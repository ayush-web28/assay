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4" d="100"/>
          <a:sy n="44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spread</c:v>
                </c:pt>
              </c:strCache>
            </c:strRef>
          </c:tx>
          <c:spPr>
            <a:ln w="25400" cap="flat">
              <a:solidFill>
                <a:srgbClr val="C98A1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Sheet1!$A$2:$A$329</c:f>
              <c:strCache>
                <c:ptCount val="328"/>
                <c:pt idx="0">
                  <c:v>2025-06-17</c:v>
                </c:pt>
                <c:pt idx="1">
                  <c:v>2025-06-18</c:v>
                </c:pt>
                <c:pt idx="2">
                  <c:v>2025-06-19</c:v>
                </c:pt>
                <c:pt idx="3">
                  <c:v>2025-06-20</c:v>
                </c:pt>
                <c:pt idx="4">
                  <c:v>2025-06-23</c:v>
                </c:pt>
                <c:pt idx="5">
                  <c:v>2025-06-24</c:v>
                </c:pt>
                <c:pt idx="6">
                  <c:v>2025-06-25</c:v>
                </c:pt>
                <c:pt idx="7">
                  <c:v>2025-06-26</c:v>
                </c:pt>
                <c:pt idx="8">
                  <c:v>2025-06-27</c:v>
                </c:pt>
                <c:pt idx="9">
                  <c:v>2025-06-30</c:v>
                </c:pt>
                <c:pt idx="10">
                  <c:v>2025-07-01</c:v>
                </c:pt>
                <c:pt idx="11">
                  <c:v>2025-07-02</c:v>
                </c:pt>
                <c:pt idx="12">
                  <c:v>2025-07-03</c:v>
                </c:pt>
                <c:pt idx="13">
                  <c:v>2025-07-04</c:v>
                </c:pt>
                <c:pt idx="14">
                  <c:v>2025-07-07</c:v>
                </c:pt>
                <c:pt idx="15">
                  <c:v>2025-07-08</c:v>
                </c:pt>
                <c:pt idx="16">
                  <c:v>2025-07-09</c:v>
                </c:pt>
                <c:pt idx="17">
                  <c:v>2025-07-10</c:v>
                </c:pt>
                <c:pt idx="18">
                  <c:v>2025-07-11</c:v>
                </c:pt>
                <c:pt idx="19">
                  <c:v>2025-07-14</c:v>
                </c:pt>
                <c:pt idx="20">
                  <c:v>2025-07-15</c:v>
                </c:pt>
                <c:pt idx="21">
                  <c:v>2025-07-16</c:v>
                </c:pt>
                <c:pt idx="22">
                  <c:v>2025-07-17</c:v>
                </c:pt>
                <c:pt idx="23">
                  <c:v>2025-07-18</c:v>
                </c:pt>
                <c:pt idx="24">
                  <c:v>2025-07-21</c:v>
                </c:pt>
                <c:pt idx="25">
                  <c:v>2025-07-22</c:v>
                </c:pt>
                <c:pt idx="26">
                  <c:v>2025-07-23</c:v>
                </c:pt>
                <c:pt idx="27">
                  <c:v>2025-07-24</c:v>
                </c:pt>
                <c:pt idx="28">
                  <c:v>2025-07-25</c:v>
                </c:pt>
                <c:pt idx="29">
                  <c:v>2025-07-28</c:v>
                </c:pt>
                <c:pt idx="30">
                  <c:v>2025-07-29</c:v>
                </c:pt>
                <c:pt idx="31">
                  <c:v>2025-07-30</c:v>
                </c:pt>
                <c:pt idx="32">
                  <c:v>2025-07-31</c:v>
                </c:pt>
                <c:pt idx="33">
                  <c:v>2025-08-01</c:v>
                </c:pt>
                <c:pt idx="34">
                  <c:v>2025-08-04</c:v>
                </c:pt>
                <c:pt idx="35">
                  <c:v>2025-08-05</c:v>
                </c:pt>
                <c:pt idx="36">
                  <c:v>2025-08-06</c:v>
                </c:pt>
                <c:pt idx="37">
                  <c:v>2025-08-07</c:v>
                </c:pt>
                <c:pt idx="38">
                  <c:v>2025-08-08</c:v>
                </c:pt>
                <c:pt idx="39">
                  <c:v>2025-08-11</c:v>
                </c:pt>
                <c:pt idx="40">
                  <c:v>2025-08-12</c:v>
                </c:pt>
                <c:pt idx="41">
                  <c:v>2025-08-13</c:v>
                </c:pt>
                <c:pt idx="42">
                  <c:v>2025-08-14</c:v>
                </c:pt>
                <c:pt idx="43">
                  <c:v>2025-08-18</c:v>
                </c:pt>
                <c:pt idx="44">
                  <c:v>2025-08-19</c:v>
                </c:pt>
                <c:pt idx="45">
                  <c:v>2025-08-20</c:v>
                </c:pt>
                <c:pt idx="46">
                  <c:v>2025-08-21</c:v>
                </c:pt>
                <c:pt idx="47">
                  <c:v>2025-08-22</c:v>
                </c:pt>
                <c:pt idx="48">
                  <c:v>2025-08-25</c:v>
                </c:pt>
                <c:pt idx="49">
                  <c:v>2025-08-26</c:v>
                </c:pt>
                <c:pt idx="50">
                  <c:v>2025-08-27</c:v>
                </c:pt>
                <c:pt idx="51">
                  <c:v>2025-08-28</c:v>
                </c:pt>
                <c:pt idx="52">
                  <c:v>2025-08-29</c:v>
                </c:pt>
                <c:pt idx="53">
                  <c:v>2025-09-01</c:v>
                </c:pt>
                <c:pt idx="54">
                  <c:v>2025-09-02</c:v>
                </c:pt>
                <c:pt idx="55">
                  <c:v>2025-09-03</c:v>
                </c:pt>
                <c:pt idx="56">
                  <c:v>2025-09-04</c:v>
                </c:pt>
                <c:pt idx="57">
                  <c:v>2025-09-05</c:v>
                </c:pt>
                <c:pt idx="58">
                  <c:v>2025-09-08</c:v>
                </c:pt>
                <c:pt idx="59">
                  <c:v>2025-09-09</c:v>
                </c:pt>
                <c:pt idx="60">
                  <c:v>2025-09-10</c:v>
                </c:pt>
                <c:pt idx="61">
                  <c:v>2025-09-11</c:v>
                </c:pt>
                <c:pt idx="62">
                  <c:v>2025-09-12</c:v>
                </c:pt>
                <c:pt idx="63">
                  <c:v>2025-09-15</c:v>
                </c:pt>
                <c:pt idx="64">
                  <c:v>2025-09-16</c:v>
                </c:pt>
                <c:pt idx="65">
                  <c:v>2025-09-17</c:v>
                </c:pt>
                <c:pt idx="66">
                  <c:v>2025-09-18</c:v>
                </c:pt>
                <c:pt idx="67">
                  <c:v>2025-09-19</c:v>
                </c:pt>
                <c:pt idx="68">
                  <c:v>2025-09-22</c:v>
                </c:pt>
                <c:pt idx="69">
                  <c:v>2025-09-23</c:v>
                </c:pt>
                <c:pt idx="70">
                  <c:v>2025-09-24</c:v>
                </c:pt>
                <c:pt idx="71">
                  <c:v>2025-09-25</c:v>
                </c:pt>
                <c:pt idx="72">
                  <c:v>2025-09-26</c:v>
                </c:pt>
                <c:pt idx="73">
                  <c:v>2025-09-29</c:v>
                </c:pt>
                <c:pt idx="74">
                  <c:v>2025-09-30</c:v>
                </c:pt>
                <c:pt idx="75">
                  <c:v>2025-10-01</c:v>
                </c:pt>
                <c:pt idx="76">
                  <c:v>2025-10-03</c:v>
                </c:pt>
                <c:pt idx="77">
                  <c:v>2025-10-06</c:v>
                </c:pt>
                <c:pt idx="78">
                  <c:v>2025-10-07</c:v>
                </c:pt>
                <c:pt idx="79">
                  <c:v>2025-10-08</c:v>
                </c:pt>
                <c:pt idx="80">
                  <c:v>2025-10-09</c:v>
                </c:pt>
                <c:pt idx="81">
                  <c:v>2025-10-10</c:v>
                </c:pt>
                <c:pt idx="82">
                  <c:v>2025-10-13</c:v>
                </c:pt>
                <c:pt idx="83">
                  <c:v>2025-10-14</c:v>
                </c:pt>
                <c:pt idx="84">
                  <c:v>2025-10-15</c:v>
                </c:pt>
                <c:pt idx="85">
                  <c:v>2025-10-16</c:v>
                </c:pt>
                <c:pt idx="86">
                  <c:v>2025-10-17</c:v>
                </c:pt>
                <c:pt idx="87">
                  <c:v>2025-10-20</c:v>
                </c:pt>
                <c:pt idx="88">
                  <c:v>2025-10-21</c:v>
                </c:pt>
                <c:pt idx="89">
                  <c:v>2025-10-22</c:v>
                </c:pt>
                <c:pt idx="90">
                  <c:v>2025-10-23</c:v>
                </c:pt>
                <c:pt idx="91">
                  <c:v>2025-10-24</c:v>
                </c:pt>
                <c:pt idx="92">
                  <c:v>2025-10-27</c:v>
                </c:pt>
                <c:pt idx="93">
                  <c:v>2025-10-28</c:v>
                </c:pt>
                <c:pt idx="94">
                  <c:v>2025-10-29</c:v>
                </c:pt>
                <c:pt idx="95">
                  <c:v>2025-10-30</c:v>
                </c:pt>
                <c:pt idx="96">
                  <c:v>2025-10-31</c:v>
                </c:pt>
                <c:pt idx="97">
                  <c:v>2025-11-03</c:v>
                </c:pt>
                <c:pt idx="98">
                  <c:v>2025-11-04</c:v>
                </c:pt>
                <c:pt idx="99">
                  <c:v>2025-11-05</c:v>
                </c:pt>
                <c:pt idx="100">
                  <c:v>2025-11-06</c:v>
                </c:pt>
                <c:pt idx="101">
                  <c:v>2025-11-07</c:v>
                </c:pt>
                <c:pt idx="102">
                  <c:v>2025-11-10</c:v>
                </c:pt>
                <c:pt idx="103">
                  <c:v>2025-11-11</c:v>
                </c:pt>
                <c:pt idx="104">
                  <c:v>2025-11-12</c:v>
                </c:pt>
                <c:pt idx="105">
                  <c:v>2025-11-13</c:v>
                </c:pt>
                <c:pt idx="106">
                  <c:v>2025-11-14</c:v>
                </c:pt>
                <c:pt idx="107">
                  <c:v>2025-11-17</c:v>
                </c:pt>
                <c:pt idx="108">
                  <c:v>2025-11-18</c:v>
                </c:pt>
                <c:pt idx="109">
                  <c:v>2025-11-19</c:v>
                </c:pt>
                <c:pt idx="110">
                  <c:v>2025-11-20</c:v>
                </c:pt>
                <c:pt idx="111">
                  <c:v>2025-11-21</c:v>
                </c:pt>
                <c:pt idx="112">
                  <c:v>2025-11-24</c:v>
                </c:pt>
                <c:pt idx="113">
                  <c:v>2025-11-25</c:v>
                </c:pt>
                <c:pt idx="114">
                  <c:v>2025-11-26</c:v>
                </c:pt>
                <c:pt idx="115">
                  <c:v>2025-11-27</c:v>
                </c:pt>
                <c:pt idx="116">
                  <c:v>2025-11-28</c:v>
                </c:pt>
                <c:pt idx="117">
                  <c:v>2025-12-01</c:v>
                </c:pt>
                <c:pt idx="118">
                  <c:v>2025-12-02</c:v>
                </c:pt>
                <c:pt idx="119">
                  <c:v>2025-12-03</c:v>
                </c:pt>
                <c:pt idx="120">
                  <c:v>2025-12-04</c:v>
                </c:pt>
                <c:pt idx="121">
                  <c:v>2025-12-05</c:v>
                </c:pt>
                <c:pt idx="122">
                  <c:v>2025-12-08</c:v>
                </c:pt>
                <c:pt idx="123">
                  <c:v>2025-12-09</c:v>
                </c:pt>
                <c:pt idx="124">
                  <c:v>2025-12-10</c:v>
                </c:pt>
                <c:pt idx="125">
                  <c:v>2025-12-11</c:v>
                </c:pt>
                <c:pt idx="126">
                  <c:v>2025-12-12</c:v>
                </c:pt>
                <c:pt idx="127">
                  <c:v>2025-12-15</c:v>
                </c:pt>
                <c:pt idx="128">
                  <c:v>2025-12-16</c:v>
                </c:pt>
                <c:pt idx="129">
                  <c:v>2025-12-17</c:v>
                </c:pt>
                <c:pt idx="130">
                  <c:v>2025-12-18</c:v>
                </c:pt>
                <c:pt idx="131">
                  <c:v>2025-12-19</c:v>
                </c:pt>
                <c:pt idx="132">
                  <c:v>2025-12-22</c:v>
                </c:pt>
                <c:pt idx="133">
                  <c:v>2025-12-23</c:v>
                </c:pt>
                <c:pt idx="134">
                  <c:v>2025-12-24</c:v>
                </c:pt>
                <c:pt idx="135">
                  <c:v>2025-12-26</c:v>
                </c:pt>
                <c:pt idx="136">
                  <c:v>2025-12-29</c:v>
                </c:pt>
                <c:pt idx="137">
                  <c:v>2025-12-30</c:v>
                </c:pt>
                <c:pt idx="138">
                  <c:v>2025-12-31</c:v>
                </c:pt>
                <c:pt idx="139">
                  <c:v>2026-01-01</c:v>
                </c:pt>
                <c:pt idx="140">
                  <c:v>2026-01-02</c:v>
                </c:pt>
                <c:pt idx="141">
                  <c:v>2026-01-05</c:v>
                </c:pt>
                <c:pt idx="142">
                  <c:v>2026-01-06</c:v>
                </c:pt>
                <c:pt idx="143">
                  <c:v>2026-01-07</c:v>
                </c:pt>
                <c:pt idx="144">
                  <c:v>2026-01-08</c:v>
                </c:pt>
                <c:pt idx="145">
                  <c:v>2026-01-09</c:v>
                </c:pt>
                <c:pt idx="146">
                  <c:v>2026-01-12</c:v>
                </c:pt>
                <c:pt idx="147">
                  <c:v>2026-01-13</c:v>
                </c:pt>
                <c:pt idx="148">
                  <c:v>2026-01-14</c:v>
                </c:pt>
                <c:pt idx="149">
                  <c:v>2026-01-15</c:v>
                </c:pt>
                <c:pt idx="150">
                  <c:v>2026-01-16</c:v>
                </c:pt>
                <c:pt idx="151">
                  <c:v>2026-01-19</c:v>
                </c:pt>
                <c:pt idx="152">
                  <c:v>2026-01-20</c:v>
                </c:pt>
                <c:pt idx="153">
                  <c:v>2026-01-21</c:v>
                </c:pt>
                <c:pt idx="154">
                  <c:v>2026-01-22</c:v>
                </c:pt>
                <c:pt idx="155">
                  <c:v>2026-01-23</c:v>
                </c:pt>
                <c:pt idx="156">
                  <c:v>2026-01-27</c:v>
                </c:pt>
                <c:pt idx="157">
                  <c:v>2026-01-28</c:v>
                </c:pt>
                <c:pt idx="158">
                  <c:v>2026-01-29</c:v>
                </c:pt>
                <c:pt idx="159">
                  <c:v>2026-01-30</c:v>
                </c:pt>
                <c:pt idx="160">
                  <c:v>2026-02-02</c:v>
                </c:pt>
                <c:pt idx="161">
                  <c:v>2026-02-03</c:v>
                </c:pt>
                <c:pt idx="162">
                  <c:v>2026-02-04</c:v>
                </c:pt>
                <c:pt idx="163">
                  <c:v>2026-02-05</c:v>
                </c:pt>
                <c:pt idx="164">
                  <c:v>2026-02-06</c:v>
                </c:pt>
                <c:pt idx="165">
                  <c:v>2026-02-09</c:v>
                </c:pt>
                <c:pt idx="166">
                  <c:v>2026-02-10</c:v>
                </c:pt>
                <c:pt idx="167">
                  <c:v>2026-02-11</c:v>
                </c:pt>
                <c:pt idx="168">
                  <c:v>2026-02-12</c:v>
                </c:pt>
                <c:pt idx="169">
                  <c:v>2026-02-13</c:v>
                </c:pt>
                <c:pt idx="170">
                  <c:v>2026-02-16</c:v>
                </c:pt>
                <c:pt idx="171">
                  <c:v>2026-02-17</c:v>
                </c:pt>
                <c:pt idx="172">
                  <c:v>2026-02-18</c:v>
                </c:pt>
                <c:pt idx="173">
                  <c:v>2026-02-19</c:v>
                </c:pt>
                <c:pt idx="174">
                  <c:v>2026-02-20</c:v>
                </c:pt>
                <c:pt idx="175">
                  <c:v>2026-02-23</c:v>
                </c:pt>
                <c:pt idx="176">
                  <c:v>2026-02-24</c:v>
                </c:pt>
                <c:pt idx="177">
                  <c:v>2026-02-25</c:v>
                </c:pt>
                <c:pt idx="178">
                  <c:v>2026-02-26</c:v>
                </c:pt>
                <c:pt idx="179">
                  <c:v>2026-02-27</c:v>
                </c:pt>
                <c:pt idx="180">
                  <c:v>2026-03-02</c:v>
                </c:pt>
                <c:pt idx="181">
                  <c:v>2026-03-03</c:v>
                </c:pt>
                <c:pt idx="182">
                  <c:v>2026-03-04</c:v>
                </c:pt>
                <c:pt idx="183">
                  <c:v>2026-03-05</c:v>
                </c:pt>
                <c:pt idx="184">
                  <c:v>2026-03-06</c:v>
                </c:pt>
                <c:pt idx="185">
                  <c:v>2026-03-09</c:v>
                </c:pt>
                <c:pt idx="186">
                  <c:v>2026-03-10</c:v>
                </c:pt>
                <c:pt idx="187">
                  <c:v>2026-03-11</c:v>
                </c:pt>
                <c:pt idx="188">
                  <c:v>2026-03-12</c:v>
                </c:pt>
                <c:pt idx="189">
                  <c:v>2026-03-13</c:v>
                </c:pt>
                <c:pt idx="190">
                  <c:v>2026-03-16</c:v>
                </c:pt>
                <c:pt idx="191">
                  <c:v>2026-03-17</c:v>
                </c:pt>
                <c:pt idx="192">
                  <c:v>2026-03-18</c:v>
                </c:pt>
                <c:pt idx="193">
                  <c:v>2026-03-19</c:v>
                </c:pt>
                <c:pt idx="194">
                  <c:v>2026-03-20</c:v>
                </c:pt>
                <c:pt idx="195">
                  <c:v>2026-03-23</c:v>
                </c:pt>
                <c:pt idx="196">
                  <c:v>2026-03-24</c:v>
                </c:pt>
                <c:pt idx="197">
                  <c:v>2026-03-25</c:v>
                </c:pt>
                <c:pt idx="198">
                  <c:v>2026-03-26</c:v>
                </c:pt>
                <c:pt idx="199">
                  <c:v>2026-03-27</c:v>
                </c:pt>
                <c:pt idx="200">
                  <c:v>2026-03-30</c:v>
                </c:pt>
                <c:pt idx="201">
                  <c:v>2026-03-31</c:v>
                </c:pt>
                <c:pt idx="202">
                  <c:v>2026-04-01</c:v>
                </c:pt>
                <c:pt idx="203">
                  <c:v>2026-04-02</c:v>
                </c:pt>
                <c:pt idx="204">
                  <c:v>2026-04-06</c:v>
                </c:pt>
                <c:pt idx="205">
                  <c:v>2026-04-07</c:v>
                </c:pt>
                <c:pt idx="206">
                  <c:v>2026-04-08</c:v>
                </c:pt>
                <c:pt idx="207">
                  <c:v>2026-04-09</c:v>
                </c:pt>
                <c:pt idx="208">
                  <c:v>2026-04-10</c:v>
                </c:pt>
                <c:pt idx="209">
                  <c:v>2026-04-13</c:v>
                </c:pt>
                <c:pt idx="210">
                  <c:v>2026-04-14</c:v>
                </c:pt>
                <c:pt idx="211">
                  <c:v>2026-04-15</c:v>
                </c:pt>
                <c:pt idx="212">
                  <c:v>2026-04-16</c:v>
                </c:pt>
                <c:pt idx="213">
                  <c:v>2026-04-17</c:v>
                </c:pt>
                <c:pt idx="214">
                  <c:v>2026-04-20</c:v>
                </c:pt>
                <c:pt idx="215">
                  <c:v>2026-04-21</c:v>
                </c:pt>
                <c:pt idx="216">
                  <c:v>2026-04-22</c:v>
                </c:pt>
                <c:pt idx="217">
                  <c:v>2026-04-23</c:v>
                </c:pt>
                <c:pt idx="218">
                  <c:v>2026-04-24</c:v>
                </c:pt>
                <c:pt idx="219">
                  <c:v>2026-04-27</c:v>
                </c:pt>
                <c:pt idx="220">
                  <c:v>2026-04-28</c:v>
                </c:pt>
                <c:pt idx="221">
                  <c:v>2026-04-29</c:v>
                </c:pt>
                <c:pt idx="222">
                  <c:v>2026-04-30</c:v>
                </c:pt>
                <c:pt idx="223">
                  <c:v>2026-05-01</c:v>
                </c:pt>
                <c:pt idx="224">
                  <c:v>2026-05-04</c:v>
                </c:pt>
                <c:pt idx="225">
                  <c:v>2026-05-05</c:v>
                </c:pt>
                <c:pt idx="226">
                  <c:v>2026-05-06</c:v>
                </c:pt>
                <c:pt idx="227">
                  <c:v>2026-05-07</c:v>
                </c:pt>
                <c:pt idx="228">
                  <c:v>2026-05-08</c:v>
                </c:pt>
                <c:pt idx="229">
                  <c:v>2026-05-11</c:v>
                </c:pt>
                <c:pt idx="230">
                  <c:v>2026-05-12</c:v>
                </c:pt>
                <c:pt idx="231">
                  <c:v>2026-05-13</c:v>
                </c:pt>
                <c:pt idx="232">
                  <c:v>2026-05-14</c:v>
                </c:pt>
                <c:pt idx="233">
                  <c:v>2026-05-15</c:v>
                </c:pt>
                <c:pt idx="234">
                  <c:v>2026-05-18</c:v>
                </c:pt>
                <c:pt idx="235">
                  <c:v>2026-05-19</c:v>
                </c:pt>
                <c:pt idx="236">
                  <c:v>2026-05-20</c:v>
                </c:pt>
                <c:pt idx="237">
                  <c:v>2026-05-21</c:v>
                </c:pt>
                <c:pt idx="238">
                  <c:v>2026-05-22</c:v>
                </c:pt>
                <c:pt idx="239">
                  <c:v>2026-05-25</c:v>
                </c:pt>
                <c:pt idx="240">
                  <c:v>2026-05-26</c:v>
                </c:pt>
                <c:pt idx="241">
                  <c:v>2026-05-27</c:v>
                </c:pt>
                <c:pt idx="242">
                  <c:v>2026-05-28</c:v>
                </c:pt>
                <c:pt idx="243">
                  <c:v>2026-05-29</c:v>
                </c:pt>
                <c:pt idx="244">
                  <c:v>2026-06-01</c:v>
                </c:pt>
                <c:pt idx="245">
                  <c:v>2026-06-02</c:v>
                </c:pt>
                <c:pt idx="246">
                  <c:v>2026-06-03</c:v>
                </c:pt>
                <c:pt idx="247">
                  <c:v>2026-06-04</c:v>
                </c:pt>
                <c:pt idx="248">
                  <c:v>2026-06-05</c:v>
                </c:pt>
                <c:pt idx="249">
                  <c:v>2026-06-08</c:v>
                </c:pt>
                <c:pt idx="250">
                  <c:v>2026-06-09</c:v>
                </c:pt>
                <c:pt idx="251">
                  <c:v>2026-06-10</c:v>
                </c:pt>
                <c:pt idx="252">
                  <c:v>2026-06-11</c:v>
                </c:pt>
                <c:pt idx="253">
                  <c:v>2026-06-12</c:v>
                </c:pt>
                <c:pt idx="254">
                  <c:v>2026-06-15</c:v>
                </c:pt>
                <c:pt idx="255">
                  <c:v>2026-06-16</c:v>
                </c:pt>
                <c:pt idx="256">
                  <c:v>2026-06-17</c:v>
                </c:pt>
                <c:pt idx="257">
                  <c:v>2026-06-18</c:v>
                </c:pt>
                <c:pt idx="258">
                  <c:v>2026-06-19</c:v>
                </c:pt>
                <c:pt idx="259">
                  <c:v>2026-06-22</c:v>
                </c:pt>
                <c:pt idx="260">
                  <c:v>2026-06-23</c:v>
                </c:pt>
                <c:pt idx="261">
                  <c:v>2026-06-24</c:v>
                </c:pt>
                <c:pt idx="262">
                  <c:v>2026-06-25</c:v>
                </c:pt>
                <c:pt idx="263">
                  <c:v>2026-06-26</c:v>
                </c:pt>
                <c:pt idx="264">
                  <c:v>2026-06-29</c:v>
                </c:pt>
                <c:pt idx="265">
                  <c:v>2026-06-30</c:v>
                </c:pt>
                <c:pt idx="266">
                  <c:v>2026-07-01</c:v>
                </c:pt>
                <c:pt idx="267">
                  <c:v>2026-07-02</c:v>
                </c:pt>
                <c:pt idx="268">
                  <c:v>2026-07-03</c:v>
                </c:pt>
                <c:pt idx="269">
                  <c:v>2026-07-06</c:v>
                </c:pt>
                <c:pt idx="270">
                  <c:v>2026-07-07</c:v>
                </c:pt>
                <c:pt idx="271">
                  <c:v>2026-07-08</c:v>
                </c:pt>
                <c:pt idx="272">
                  <c:v>2026-07-09</c:v>
                </c:pt>
                <c:pt idx="273">
                  <c:v>2026-07-10</c:v>
                </c:pt>
                <c:pt idx="274">
                  <c:v>2026-07-13</c:v>
                </c:pt>
                <c:pt idx="275">
                  <c:v>2026-07-14</c:v>
                </c:pt>
                <c:pt idx="276">
                  <c:v>2026-07-15</c:v>
                </c:pt>
                <c:pt idx="277">
                  <c:v>2026-07-16</c:v>
                </c:pt>
                <c:pt idx="278">
                  <c:v>2026-07-17</c:v>
                </c:pt>
                <c:pt idx="279">
                  <c:v>2026-07-20</c:v>
                </c:pt>
                <c:pt idx="280">
                  <c:v>2026-07-21</c:v>
                </c:pt>
                <c:pt idx="281">
                  <c:v>2026-07-22</c:v>
                </c:pt>
                <c:pt idx="282">
                  <c:v>2026-07-23</c:v>
                </c:pt>
                <c:pt idx="283">
                  <c:v>2026-07-24</c:v>
                </c:pt>
                <c:pt idx="284">
                  <c:v>2026-07-27</c:v>
                </c:pt>
                <c:pt idx="285">
                  <c:v>2026-07-28</c:v>
                </c:pt>
                <c:pt idx="286">
                  <c:v>2026-07-29</c:v>
                </c:pt>
                <c:pt idx="287">
                  <c:v>2026-07-30</c:v>
                </c:pt>
                <c:pt idx="288">
                  <c:v>2026-07-31</c:v>
                </c:pt>
                <c:pt idx="289">
                  <c:v>2026-08-03</c:v>
                </c:pt>
                <c:pt idx="290">
                  <c:v>2026-08-04</c:v>
                </c:pt>
                <c:pt idx="291">
                  <c:v>2026-08-05</c:v>
                </c:pt>
                <c:pt idx="292">
                  <c:v>2026-08-06</c:v>
                </c:pt>
                <c:pt idx="293">
                  <c:v>2026-08-07</c:v>
                </c:pt>
                <c:pt idx="294">
                  <c:v>2026-08-10</c:v>
                </c:pt>
                <c:pt idx="295">
                  <c:v>2026-08-11</c:v>
                </c:pt>
                <c:pt idx="296">
                  <c:v>2026-08-12</c:v>
                </c:pt>
                <c:pt idx="297">
                  <c:v>2026-08-13</c:v>
                </c:pt>
                <c:pt idx="298">
                  <c:v>2026-08-14</c:v>
                </c:pt>
                <c:pt idx="299">
                  <c:v>2026-08-17</c:v>
                </c:pt>
                <c:pt idx="300">
                  <c:v>2026-08-18</c:v>
                </c:pt>
                <c:pt idx="301">
                  <c:v>2026-08-19</c:v>
                </c:pt>
                <c:pt idx="302">
                  <c:v>2026-08-20</c:v>
                </c:pt>
                <c:pt idx="303">
                  <c:v>2026-08-21</c:v>
                </c:pt>
                <c:pt idx="304">
                  <c:v>2026-08-24</c:v>
                </c:pt>
                <c:pt idx="305">
                  <c:v>2026-08-25</c:v>
                </c:pt>
                <c:pt idx="306">
                  <c:v>2026-08-26</c:v>
                </c:pt>
                <c:pt idx="307">
                  <c:v>2026-08-27</c:v>
                </c:pt>
                <c:pt idx="308">
                  <c:v>2026-08-28</c:v>
                </c:pt>
                <c:pt idx="309">
                  <c:v>2026-08-31</c:v>
                </c:pt>
                <c:pt idx="310">
                  <c:v>2026-09-01</c:v>
                </c:pt>
                <c:pt idx="311">
                  <c:v>2026-09-02</c:v>
                </c:pt>
                <c:pt idx="312">
                  <c:v>2026-09-03</c:v>
                </c:pt>
                <c:pt idx="313">
                  <c:v>2026-09-04</c:v>
                </c:pt>
                <c:pt idx="314">
                  <c:v>2026-09-07</c:v>
                </c:pt>
                <c:pt idx="315">
                  <c:v>2026-09-08</c:v>
                </c:pt>
                <c:pt idx="316">
                  <c:v>2026-09-09</c:v>
                </c:pt>
                <c:pt idx="317">
                  <c:v>2026-09-10</c:v>
                </c:pt>
                <c:pt idx="318">
                  <c:v>2026-09-11</c:v>
                </c:pt>
                <c:pt idx="319">
                  <c:v>2026-09-14</c:v>
                </c:pt>
                <c:pt idx="320">
                  <c:v>2026-09-15</c:v>
                </c:pt>
                <c:pt idx="321">
                  <c:v>2026-09-16</c:v>
                </c:pt>
                <c:pt idx="322">
                  <c:v>2026-09-17</c:v>
                </c:pt>
                <c:pt idx="323">
                  <c:v>2026-09-18</c:v>
                </c:pt>
                <c:pt idx="324">
                  <c:v>2026-09-21</c:v>
                </c:pt>
                <c:pt idx="325">
                  <c:v>2026-09-22</c:v>
                </c:pt>
                <c:pt idx="326">
                  <c:v>2026-09-23</c:v>
                </c:pt>
                <c:pt idx="327">
                  <c:v>2026-09-24</c:v>
                </c:pt>
              </c:strCache>
            </c:strRef>
          </c:cat>
          <c:val>
            <c:numRef>
              <c:f>Sheet1!$B$2:$B$329</c:f>
              <c:numCache>
                <c:formatCode>General</c:formatCode>
                <c:ptCount val="328"/>
                <c:pt idx="0">
                  <c:v>-63.6</c:v>
                </c:pt>
                <c:pt idx="1">
                  <c:v>-63.5</c:v>
                </c:pt>
                <c:pt idx="2">
                  <c:v>-61.5</c:v>
                </c:pt>
                <c:pt idx="3">
                  <c:v>-65.8</c:v>
                </c:pt>
                <c:pt idx="4">
                  <c:v>-71.8</c:v>
                </c:pt>
                <c:pt idx="5">
                  <c:v>-96.4</c:v>
                </c:pt>
                <c:pt idx="6">
                  <c:v>-93.2</c:v>
                </c:pt>
                <c:pt idx="7">
                  <c:v>-94.8</c:v>
                </c:pt>
                <c:pt idx="8">
                  <c:v>-113.8</c:v>
                </c:pt>
                <c:pt idx="9">
                  <c:v>-106.4</c:v>
                </c:pt>
                <c:pt idx="10">
                  <c:v>-85.4</c:v>
                </c:pt>
                <c:pt idx="11">
                  <c:v>-86.9</c:v>
                </c:pt>
                <c:pt idx="12">
                  <c:v>-96.7</c:v>
                </c:pt>
                <c:pt idx="13">
                  <c:v>-98.4</c:v>
                </c:pt>
                <c:pt idx="14">
                  <c:v>-89.1</c:v>
                </c:pt>
                <c:pt idx="15">
                  <c:v>-104.1</c:v>
                </c:pt>
                <c:pt idx="16">
                  <c:v>-101.9</c:v>
                </c:pt>
                <c:pt idx="17">
                  <c:v>-92.5</c:v>
                </c:pt>
                <c:pt idx="18">
                  <c:v>-62.1</c:v>
                </c:pt>
                <c:pt idx="19">
                  <c:v>-68.400000000000006</c:v>
                </c:pt>
                <c:pt idx="20">
                  <c:v>-79.599999999999994</c:v>
                </c:pt>
                <c:pt idx="21">
                  <c:v>-65.5</c:v>
                </c:pt>
                <c:pt idx="22">
                  <c:v>-77.599999999999994</c:v>
                </c:pt>
                <c:pt idx="23">
                  <c:v>-59.2</c:v>
                </c:pt>
                <c:pt idx="24">
                  <c:v>-33.4</c:v>
                </c:pt>
                <c:pt idx="25">
                  <c:v>-5.7</c:v>
                </c:pt>
                <c:pt idx="26">
                  <c:v>-38.9</c:v>
                </c:pt>
                <c:pt idx="27">
                  <c:v>-69.099999999999994</c:v>
                </c:pt>
                <c:pt idx="28">
                  <c:v>-79.5</c:v>
                </c:pt>
                <c:pt idx="29">
                  <c:v>-83.7</c:v>
                </c:pt>
                <c:pt idx="30">
                  <c:v>-77.3</c:v>
                </c:pt>
                <c:pt idx="31">
                  <c:v>-81.2</c:v>
                </c:pt>
                <c:pt idx="32">
                  <c:v>-75</c:v>
                </c:pt>
                <c:pt idx="33">
                  <c:v>-51.2</c:v>
                </c:pt>
                <c:pt idx="34">
                  <c:v>-32.1</c:v>
                </c:pt>
                <c:pt idx="35">
                  <c:v>-26.7</c:v>
                </c:pt>
                <c:pt idx="36">
                  <c:v>-35.6</c:v>
                </c:pt>
                <c:pt idx="37">
                  <c:v>-41.9</c:v>
                </c:pt>
                <c:pt idx="38">
                  <c:v>-35.700000000000003</c:v>
                </c:pt>
                <c:pt idx="39">
                  <c:v>-62.3</c:v>
                </c:pt>
                <c:pt idx="40">
                  <c:v>-65.099999999999994</c:v>
                </c:pt>
                <c:pt idx="41">
                  <c:v>-67.8</c:v>
                </c:pt>
                <c:pt idx="42">
                  <c:v>-74.8</c:v>
                </c:pt>
                <c:pt idx="43">
                  <c:v>-79.900000000000006</c:v>
                </c:pt>
                <c:pt idx="44">
                  <c:v>-80.900000000000006</c:v>
                </c:pt>
                <c:pt idx="45">
                  <c:v>-69.7</c:v>
                </c:pt>
                <c:pt idx="46">
                  <c:v>-68</c:v>
                </c:pt>
                <c:pt idx="47">
                  <c:v>-52.5</c:v>
                </c:pt>
                <c:pt idx="48">
                  <c:v>-54.9</c:v>
                </c:pt>
                <c:pt idx="49">
                  <c:v>-44</c:v>
                </c:pt>
                <c:pt idx="50">
                  <c:v>-36.1</c:v>
                </c:pt>
                <c:pt idx="51">
                  <c:v>-32.799999999999997</c:v>
                </c:pt>
                <c:pt idx="52">
                  <c:v>-29.7</c:v>
                </c:pt>
                <c:pt idx="53">
                  <c:v>-34.6</c:v>
                </c:pt>
                <c:pt idx="54">
                  <c:v>-38.799999999999997</c:v>
                </c:pt>
                <c:pt idx="55">
                  <c:v>-42.5</c:v>
                </c:pt>
                <c:pt idx="56">
                  <c:v>-41.6</c:v>
                </c:pt>
                <c:pt idx="57">
                  <c:v>-37.799999999999997</c:v>
                </c:pt>
                <c:pt idx="58">
                  <c:v>-37.9</c:v>
                </c:pt>
                <c:pt idx="59">
                  <c:v>-46.1</c:v>
                </c:pt>
                <c:pt idx="60">
                  <c:v>-44.5</c:v>
                </c:pt>
                <c:pt idx="61">
                  <c:v>-47.2</c:v>
                </c:pt>
                <c:pt idx="62">
                  <c:v>-44.4</c:v>
                </c:pt>
                <c:pt idx="63">
                  <c:v>-39.5</c:v>
                </c:pt>
                <c:pt idx="64">
                  <c:v>-58.8</c:v>
                </c:pt>
                <c:pt idx="65">
                  <c:v>-51.9</c:v>
                </c:pt>
                <c:pt idx="66">
                  <c:v>-53.4</c:v>
                </c:pt>
                <c:pt idx="67">
                  <c:v>-41.6</c:v>
                </c:pt>
                <c:pt idx="68">
                  <c:v>-28.8</c:v>
                </c:pt>
                <c:pt idx="69">
                  <c:v>-59.3</c:v>
                </c:pt>
                <c:pt idx="70">
                  <c:v>-54.6</c:v>
                </c:pt>
                <c:pt idx="71">
                  <c:v>-54.2</c:v>
                </c:pt>
                <c:pt idx="72">
                  <c:v>-53</c:v>
                </c:pt>
                <c:pt idx="73">
                  <c:v>-51.1</c:v>
                </c:pt>
                <c:pt idx="74">
                  <c:v>-50.6</c:v>
                </c:pt>
                <c:pt idx="75">
                  <c:v>-55</c:v>
                </c:pt>
                <c:pt idx="76">
                  <c:v>-53.7</c:v>
                </c:pt>
                <c:pt idx="77">
                  <c:v>-49.2</c:v>
                </c:pt>
                <c:pt idx="78">
                  <c:v>-56.9</c:v>
                </c:pt>
                <c:pt idx="79">
                  <c:v>-65.7</c:v>
                </c:pt>
                <c:pt idx="80">
                  <c:v>-77.400000000000006</c:v>
                </c:pt>
                <c:pt idx="81">
                  <c:v>-59.2</c:v>
                </c:pt>
                <c:pt idx="82">
                  <c:v>-39.299999999999997</c:v>
                </c:pt>
                <c:pt idx="83">
                  <c:v>-70</c:v>
                </c:pt>
                <c:pt idx="84">
                  <c:v>-66.900000000000006</c:v>
                </c:pt>
                <c:pt idx="85">
                  <c:v>-73.900000000000006</c:v>
                </c:pt>
                <c:pt idx="86">
                  <c:v>-108.4</c:v>
                </c:pt>
                <c:pt idx="87">
                  <c:v>-68.8</c:v>
                </c:pt>
                <c:pt idx="88">
                  <c:v>-90.7</c:v>
                </c:pt>
                <c:pt idx="89">
                  <c:v>-70</c:v>
                </c:pt>
                <c:pt idx="90">
                  <c:v>-68.2</c:v>
                </c:pt>
                <c:pt idx="91">
                  <c:v>-63.6</c:v>
                </c:pt>
                <c:pt idx="92">
                  <c:v>-73.3</c:v>
                </c:pt>
                <c:pt idx="93">
                  <c:v>-67.3</c:v>
                </c:pt>
                <c:pt idx="94">
                  <c:v>-67.7</c:v>
                </c:pt>
                <c:pt idx="95">
                  <c:v>-69.7</c:v>
                </c:pt>
                <c:pt idx="96">
                  <c:v>-85.7</c:v>
                </c:pt>
                <c:pt idx="97">
                  <c:v>-89.4</c:v>
                </c:pt>
                <c:pt idx="98">
                  <c:v>-105.4</c:v>
                </c:pt>
                <c:pt idx="99">
                  <c:v>-94.9</c:v>
                </c:pt>
                <c:pt idx="100">
                  <c:v>-95</c:v>
                </c:pt>
                <c:pt idx="101">
                  <c:v>-89.8</c:v>
                </c:pt>
                <c:pt idx="102">
                  <c:v>-64.2</c:v>
                </c:pt>
                <c:pt idx="103">
                  <c:v>-85.3</c:v>
                </c:pt>
                <c:pt idx="104">
                  <c:v>-66.3</c:v>
                </c:pt>
                <c:pt idx="105">
                  <c:v>-83.4</c:v>
                </c:pt>
                <c:pt idx="106">
                  <c:v>-101.8</c:v>
                </c:pt>
                <c:pt idx="107">
                  <c:v>-101</c:v>
                </c:pt>
                <c:pt idx="108">
                  <c:v>-111.1</c:v>
                </c:pt>
                <c:pt idx="109">
                  <c:v>-109.1</c:v>
                </c:pt>
                <c:pt idx="110">
                  <c:v>-129</c:v>
                </c:pt>
                <c:pt idx="111">
                  <c:v>-92.6</c:v>
                </c:pt>
                <c:pt idx="112">
                  <c:v>-106.1</c:v>
                </c:pt>
                <c:pt idx="113">
                  <c:v>-87.1</c:v>
                </c:pt>
                <c:pt idx="114">
                  <c:v>-86.7</c:v>
                </c:pt>
                <c:pt idx="115">
                  <c:v>-86.7</c:v>
                </c:pt>
                <c:pt idx="116">
                  <c:v>-77.3</c:v>
                </c:pt>
                <c:pt idx="117">
                  <c:v>-94.1</c:v>
                </c:pt>
                <c:pt idx="118">
                  <c:v>-95.6</c:v>
                </c:pt>
                <c:pt idx="119">
                  <c:v>-100.5</c:v>
                </c:pt>
                <c:pt idx="120">
                  <c:v>-100.7</c:v>
                </c:pt>
                <c:pt idx="121">
                  <c:v>-92.9</c:v>
                </c:pt>
                <c:pt idx="122">
                  <c:v>-109.6</c:v>
                </c:pt>
                <c:pt idx="123">
                  <c:v>-107.7</c:v>
                </c:pt>
                <c:pt idx="124">
                  <c:v>-126.8</c:v>
                </c:pt>
                <c:pt idx="125">
                  <c:v>-91.4</c:v>
                </c:pt>
                <c:pt idx="126">
                  <c:v>-97.6</c:v>
                </c:pt>
                <c:pt idx="127">
                  <c:v>-112.2</c:v>
                </c:pt>
                <c:pt idx="128">
                  <c:v>-111.6</c:v>
                </c:pt>
                <c:pt idx="129">
                  <c:v>-110</c:v>
                </c:pt>
                <c:pt idx="130">
                  <c:v>-111</c:v>
                </c:pt>
                <c:pt idx="131">
                  <c:v>-110.4</c:v>
                </c:pt>
                <c:pt idx="132">
                  <c:v>-85.1</c:v>
                </c:pt>
                <c:pt idx="133">
                  <c:v>-99.2</c:v>
                </c:pt>
                <c:pt idx="134">
                  <c:v>-107.3</c:v>
                </c:pt>
                <c:pt idx="135">
                  <c:v>-109.8</c:v>
                </c:pt>
                <c:pt idx="136">
                  <c:v>-138.1</c:v>
                </c:pt>
                <c:pt idx="137">
                  <c:v>-156.9</c:v>
                </c:pt>
                <c:pt idx="138">
                  <c:v>-193.9</c:v>
                </c:pt>
                <c:pt idx="139">
                  <c:v>-172.8</c:v>
                </c:pt>
                <c:pt idx="140">
                  <c:v>-205.7</c:v>
                </c:pt>
                <c:pt idx="141">
                  <c:v>-166.5</c:v>
                </c:pt>
                <c:pt idx="142">
                  <c:v>-147.4</c:v>
                </c:pt>
                <c:pt idx="143">
                  <c:v>-148.80000000000001</c:v>
                </c:pt>
                <c:pt idx="144">
                  <c:v>-149.6</c:v>
                </c:pt>
                <c:pt idx="145">
                  <c:v>-141.9</c:v>
                </c:pt>
                <c:pt idx="146">
                  <c:v>-97.1</c:v>
                </c:pt>
                <c:pt idx="147">
                  <c:v>-105.7</c:v>
                </c:pt>
                <c:pt idx="148">
                  <c:v>-124.1</c:v>
                </c:pt>
                <c:pt idx="149">
                  <c:v>-127.8</c:v>
                </c:pt>
                <c:pt idx="150">
                  <c:v>-133</c:v>
                </c:pt>
                <c:pt idx="151">
                  <c:v>-149.6</c:v>
                </c:pt>
                <c:pt idx="152">
                  <c:v>-198.7</c:v>
                </c:pt>
                <c:pt idx="153">
                  <c:v>-406.5</c:v>
                </c:pt>
                <c:pt idx="154">
                  <c:v>-372.5</c:v>
                </c:pt>
                <c:pt idx="155">
                  <c:v>-363.6</c:v>
                </c:pt>
                <c:pt idx="156">
                  <c:v>-220.5</c:v>
                </c:pt>
                <c:pt idx="157">
                  <c:v>-79.7</c:v>
                </c:pt>
                <c:pt idx="158">
                  <c:v>-149.19999999999999</c:v>
                </c:pt>
                <c:pt idx="159">
                  <c:v>-152.80000000000001</c:v>
                </c:pt>
                <c:pt idx="160">
                  <c:v>-226.9</c:v>
                </c:pt>
                <c:pt idx="161">
                  <c:v>-126.2</c:v>
                </c:pt>
                <c:pt idx="162">
                  <c:v>-92.6</c:v>
                </c:pt>
                <c:pt idx="163">
                  <c:v>-186</c:v>
                </c:pt>
                <c:pt idx="164">
                  <c:v>-124.4</c:v>
                </c:pt>
                <c:pt idx="165">
                  <c:v>-151.19999999999999</c:v>
                </c:pt>
                <c:pt idx="166">
                  <c:v>-166.5</c:v>
                </c:pt>
                <c:pt idx="167">
                  <c:v>-154</c:v>
                </c:pt>
                <c:pt idx="168">
                  <c:v>-190.1</c:v>
                </c:pt>
                <c:pt idx="169">
                  <c:v>-174.1</c:v>
                </c:pt>
                <c:pt idx="170">
                  <c:v>-196.5</c:v>
                </c:pt>
                <c:pt idx="171">
                  <c:v>-202.4</c:v>
                </c:pt>
                <c:pt idx="172">
                  <c:v>-244.7</c:v>
                </c:pt>
                <c:pt idx="173">
                  <c:v>-242</c:v>
                </c:pt>
                <c:pt idx="174">
                  <c:v>-203.4</c:v>
                </c:pt>
                <c:pt idx="175">
                  <c:v>-169.9</c:v>
                </c:pt>
                <c:pt idx="176">
                  <c:v>-201.5</c:v>
                </c:pt>
                <c:pt idx="177">
                  <c:v>-186.8</c:v>
                </c:pt>
                <c:pt idx="178">
                  <c:v>-213.7</c:v>
                </c:pt>
                <c:pt idx="179">
                  <c:v>-200.8</c:v>
                </c:pt>
                <c:pt idx="180">
                  <c:v>-204.6</c:v>
                </c:pt>
                <c:pt idx="181">
                  <c:v>-233.2</c:v>
                </c:pt>
                <c:pt idx="182">
                  <c:v>-230.1</c:v>
                </c:pt>
                <c:pt idx="183">
                  <c:v>-235.7</c:v>
                </c:pt>
                <c:pt idx="184">
                  <c:v>-225.9</c:v>
                </c:pt>
                <c:pt idx="185">
                  <c:v>-213.7</c:v>
                </c:pt>
                <c:pt idx="186">
                  <c:v>-196.4</c:v>
                </c:pt>
                <c:pt idx="187">
                  <c:v>-199.8</c:v>
                </c:pt>
                <c:pt idx="188">
                  <c:v>-218.9</c:v>
                </c:pt>
                <c:pt idx="189">
                  <c:v>-202.7</c:v>
                </c:pt>
                <c:pt idx="190">
                  <c:v>-202.8</c:v>
                </c:pt>
                <c:pt idx="191">
                  <c:v>-194.5</c:v>
                </c:pt>
                <c:pt idx="192">
                  <c:v>-209.7</c:v>
                </c:pt>
                <c:pt idx="193">
                  <c:v>-208.2</c:v>
                </c:pt>
                <c:pt idx="194">
                  <c:v>-210.5</c:v>
                </c:pt>
                <c:pt idx="195">
                  <c:v>-223.9</c:v>
                </c:pt>
                <c:pt idx="196">
                  <c:v>-189.4</c:v>
                </c:pt>
                <c:pt idx="197">
                  <c:v>-96.5</c:v>
                </c:pt>
                <c:pt idx="198">
                  <c:v>-104.9</c:v>
                </c:pt>
                <c:pt idx="199">
                  <c:v>-29.1</c:v>
                </c:pt>
                <c:pt idx="200">
                  <c:v>-56.5</c:v>
                </c:pt>
                <c:pt idx="201">
                  <c:v>-54.9</c:v>
                </c:pt>
                <c:pt idx="202">
                  <c:v>-53.8</c:v>
                </c:pt>
                <c:pt idx="203">
                  <c:v>-45.8</c:v>
                </c:pt>
                <c:pt idx="204">
                  <c:v>-40.700000000000003</c:v>
                </c:pt>
                <c:pt idx="205">
                  <c:v>-66.099999999999994</c:v>
                </c:pt>
                <c:pt idx="206">
                  <c:v>-93.5</c:v>
                </c:pt>
                <c:pt idx="207">
                  <c:v>-58.7</c:v>
                </c:pt>
                <c:pt idx="208">
                  <c:v>-78.900000000000006</c:v>
                </c:pt>
                <c:pt idx="209">
                  <c:v>-68.599999999999994</c:v>
                </c:pt>
                <c:pt idx="210">
                  <c:v>-51.6</c:v>
                </c:pt>
                <c:pt idx="211">
                  <c:v>-68.099999999999994</c:v>
                </c:pt>
                <c:pt idx="212">
                  <c:v>-73.2</c:v>
                </c:pt>
                <c:pt idx="213">
                  <c:v>-64.099999999999994</c:v>
                </c:pt>
                <c:pt idx="214">
                  <c:v>-70</c:v>
                </c:pt>
                <c:pt idx="215">
                  <c:v>-110.3</c:v>
                </c:pt>
                <c:pt idx="216">
                  <c:v>-88.4</c:v>
                </c:pt>
                <c:pt idx="217">
                  <c:v>-98.2</c:v>
                </c:pt>
                <c:pt idx="218">
                  <c:v>-81</c:v>
                </c:pt>
                <c:pt idx="219">
                  <c:v>-83.5</c:v>
                </c:pt>
                <c:pt idx="220">
                  <c:v>-89.5</c:v>
                </c:pt>
                <c:pt idx="221">
                  <c:v>-91.1</c:v>
                </c:pt>
                <c:pt idx="222">
                  <c:v>-72.7</c:v>
                </c:pt>
                <c:pt idx="223">
                  <c:v>-74.7</c:v>
                </c:pt>
                <c:pt idx="224">
                  <c:v>-96.9</c:v>
                </c:pt>
                <c:pt idx="225">
                  <c:v>-94.4</c:v>
                </c:pt>
                <c:pt idx="226">
                  <c:v>-73.2</c:v>
                </c:pt>
                <c:pt idx="227">
                  <c:v>-82.3</c:v>
                </c:pt>
                <c:pt idx="228">
                  <c:v>-77.5</c:v>
                </c:pt>
                <c:pt idx="229">
                  <c:v>-54.8</c:v>
                </c:pt>
                <c:pt idx="230">
                  <c:v>-65.599999999999994</c:v>
                </c:pt>
                <c:pt idx="231">
                  <c:v>-65.900000000000006</c:v>
                </c:pt>
                <c:pt idx="232">
                  <c:v>-54.9</c:v>
                </c:pt>
                <c:pt idx="233">
                  <c:v>-62.6</c:v>
                </c:pt>
                <c:pt idx="234">
                  <c:v>-64.2</c:v>
                </c:pt>
                <c:pt idx="235">
                  <c:v>-55.4</c:v>
                </c:pt>
                <c:pt idx="236">
                  <c:v>-38.799999999999997</c:v>
                </c:pt>
                <c:pt idx="237">
                  <c:v>-44.4</c:v>
                </c:pt>
                <c:pt idx="238">
                  <c:v>-56.5</c:v>
                </c:pt>
                <c:pt idx="239">
                  <c:v>-41.3</c:v>
                </c:pt>
                <c:pt idx="240">
                  <c:v>-35.6</c:v>
                </c:pt>
                <c:pt idx="241">
                  <c:v>-42.4</c:v>
                </c:pt>
                <c:pt idx="242">
                  <c:v>-32.5</c:v>
                </c:pt>
                <c:pt idx="243">
                  <c:v>-47.8</c:v>
                </c:pt>
                <c:pt idx="244">
                  <c:v>-54.6</c:v>
                </c:pt>
                <c:pt idx="245">
                  <c:v>-61.8</c:v>
                </c:pt>
                <c:pt idx="246">
                  <c:v>-71.099999999999994</c:v>
                </c:pt>
                <c:pt idx="247">
                  <c:v>-62.3</c:v>
                </c:pt>
                <c:pt idx="248">
                  <c:v>-89.9</c:v>
                </c:pt>
                <c:pt idx="249">
                  <c:v>-82.6</c:v>
                </c:pt>
                <c:pt idx="250">
                  <c:v>-89.2</c:v>
                </c:pt>
                <c:pt idx="251">
                  <c:v>-88.9</c:v>
                </c:pt>
                <c:pt idx="252">
                  <c:v>-75.099999999999994</c:v>
                </c:pt>
                <c:pt idx="253">
                  <c:v>-65.099999999999994</c:v>
                </c:pt>
                <c:pt idx="254">
                  <c:v>-65.400000000000006</c:v>
                </c:pt>
                <c:pt idx="255">
                  <c:v>-53.8</c:v>
                </c:pt>
                <c:pt idx="256">
                  <c:v>-48.6</c:v>
                </c:pt>
                <c:pt idx="257">
                  <c:v>-73.3</c:v>
                </c:pt>
                <c:pt idx="258">
                  <c:v>-73.3</c:v>
                </c:pt>
                <c:pt idx="259">
                  <c:v>-67.900000000000006</c:v>
                </c:pt>
                <c:pt idx="260">
                  <c:v>-82.3</c:v>
                </c:pt>
                <c:pt idx="261">
                  <c:v>-70.900000000000006</c:v>
                </c:pt>
                <c:pt idx="262">
                  <c:v>-37.799999999999997</c:v>
                </c:pt>
                <c:pt idx="263">
                  <c:v>-51.9</c:v>
                </c:pt>
                <c:pt idx="264">
                  <c:v>-61.3</c:v>
                </c:pt>
                <c:pt idx="265">
                  <c:v>-53.6</c:v>
                </c:pt>
                <c:pt idx="266">
                  <c:v>-45.8</c:v>
                </c:pt>
                <c:pt idx="267">
                  <c:v>-46.7</c:v>
                </c:pt>
                <c:pt idx="268">
                  <c:v>-55.1</c:v>
                </c:pt>
                <c:pt idx="269">
                  <c:v>-55.5</c:v>
                </c:pt>
                <c:pt idx="270">
                  <c:v>-64.099999999999994</c:v>
                </c:pt>
                <c:pt idx="271">
                  <c:v>-60</c:v>
                </c:pt>
                <c:pt idx="272">
                  <c:v>-58.6</c:v>
                </c:pt>
                <c:pt idx="273">
                  <c:v>-60.9</c:v>
                </c:pt>
                <c:pt idx="274">
                  <c:v>-71.599999999999994</c:v>
                </c:pt>
                <c:pt idx="275">
                  <c:v>-59.2</c:v>
                </c:pt>
                <c:pt idx="276">
                  <c:v>-66.599999999999994</c:v>
                </c:pt>
                <c:pt idx="277">
                  <c:v>-71.099999999999994</c:v>
                </c:pt>
                <c:pt idx="278">
                  <c:v>-95.1</c:v>
                </c:pt>
                <c:pt idx="279">
                  <c:v>-82.3</c:v>
                </c:pt>
                <c:pt idx="280">
                  <c:v>-59.7</c:v>
                </c:pt>
                <c:pt idx="281">
                  <c:v>-57.4</c:v>
                </c:pt>
                <c:pt idx="282">
                  <c:v>-65.099999999999994</c:v>
                </c:pt>
                <c:pt idx="283">
                  <c:v>-58.9</c:v>
                </c:pt>
                <c:pt idx="284">
                  <c:v>-68.3</c:v>
                </c:pt>
                <c:pt idx="285">
                  <c:v>-46.3</c:v>
                </c:pt>
                <c:pt idx="286">
                  <c:v>-41.7</c:v>
                </c:pt>
                <c:pt idx="287">
                  <c:v>-42.2</c:v>
                </c:pt>
                <c:pt idx="288">
                  <c:v>-56.3</c:v>
                </c:pt>
                <c:pt idx="289">
                  <c:v>-67.7</c:v>
                </c:pt>
                <c:pt idx="290">
                  <c:v>-50.8</c:v>
                </c:pt>
                <c:pt idx="291">
                  <c:v>-31.5</c:v>
                </c:pt>
                <c:pt idx="292">
                  <c:v>-44.5</c:v>
                </c:pt>
                <c:pt idx="293">
                  <c:v>-51.7</c:v>
                </c:pt>
                <c:pt idx="294">
                  <c:v>-43.9</c:v>
                </c:pt>
                <c:pt idx="295">
                  <c:v>-46</c:v>
                </c:pt>
                <c:pt idx="296">
                  <c:v>-54.8</c:v>
                </c:pt>
                <c:pt idx="297">
                  <c:v>-54.5</c:v>
                </c:pt>
                <c:pt idx="298">
                  <c:v>-49.1</c:v>
                </c:pt>
                <c:pt idx="299">
                  <c:v>-42.4</c:v>
                </c:pt>
                <c:pt idx="300">
                  <c:v>-51.8</c:v>
                </c:pt>
                <c:pt idx="301">
                  <c:v>-40.6</c:v>
                </c:pt>
                <c:pt idx="302">
                  <c:v>-36.799999999999997</c:v>
                </c:pt>
                <c:pt idx="303">
                  <c:v>-35.200000000000003</c:v>
                </c:pt>
                <c:pt idx="304">
                  <c:v>-38.700000000000003</c:v>
                </c:pt>
                <c:pt idx="305">
                  <c:v>-40</c:v>
                </c:pt>
                <c:pt idx="306">
                  <c:v>-38.299999999999997</c:v>
                </c:pt>
                <c:pt idx="307">
                  <c:v>-42.5</c:v>
                </c:pt>
                <c:pt idx="308">
                  <c:v>-47.8</c:v>
                </c:pt>
                <c:pt idx="309">
                  <c:v>-42.2</c:v>
                </c:pt>
                <c:pt idx="310">
                  <c:v>-48.6</c:v>
                </c:pt>
                <c:pt idx="311">
                  <c:v>-45</c:v>
                </c:pt>
                <c:pt idx="312">
                  <c:v>-41.5</c:v>
                </c:pt>
                <c:pt idx="313">
                  <c:v>-43.6</c:v>
                </c:pt>
                <c:pt idx="314">
                  <c:v>-41.8</c:v>
                </c:pt>
                <c:pt idx="315">
                  <c:v>-43.5</c:v>
                </c:pt>
                <c:pt idx="316">
                  <c:v>-34.5</c:v>
                </c:pt>
                <c:pt idx="317">
                  <c:v>-36.700000000000003</c:v>
                </c:pt>
                <c:pt idx="318">
                  <c:v>-39.700000000000003</c:v>
                </c:pt>
                <c:pt idx="319">
                  <c:v>-36.6</c:v>
                </c:pt>
                <c:pt idx="320">
                  <c:v>-36.700000000000003</c:v>
                </c:pt>
                <c:pt idx="321">
                  <c:v>-25.5</c:v>
                </c:pt>
                <c:pt idx="322">
                  <c:v>-32.200000000000003</c:v>
                </c:pt>
                <c:pt idx="323">
                  <c:v>-21.8</c:v>
                </c:pt>
                <c:pt idx="324">
                  <c:v>-40</c:v>
                </c:pt>
                <c:pt idx="325">
                  <c:v>-33.200000000000003</c:v>
                </c:pt>
                <c:pt idx="326">
                  <c:v>-41.7</c:v>
                </c:pt>
                <c:pt idx="327">
                  <c:v>-41.6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988-4A53-8A19-3EE634BD711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+3σ</c:v>
                </c:pt>
              </c:strCache>
            </c:strRef>
          </c:tx>
          <c:spPr>
            <a:ln w="25400" cap="flat">
              <a:solidFill>
                <a:srgbClr val="B5482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Sheet1!$A$2:$A$329</c:f>
              <c:strCache>
                <c:ptCount val="328"/>
                <c:pt idx="0">
                  <c:v>2025-06-17</c:v>
                </c:pt>
                <c:pt idx="1">
                  <c:v>2025-06-18</c:v>
                </c:pt>
                <c:pt idx="2">
                  <c:v>2025-06-19</c:v>
                </c:pt>
                <c:pt idx="3">
                  <c:v>2025-06-20</c:v>
                </c:pt>
                <c:pt idx="4">
                  <c:v>2025-06-23</c:v>
                </c:pt>
                <c:pt idx="5">
                  <c:v>2025-06-24</c:v>
                </c:pt>
                <c:pt idx="6">
                  <c:v>2025-06-25</c:v>
                </c:pt>
                <c:pt idx="7">
                  <c:v>2025-06-26</c:v>
                </c:pt>
                <c:pt idx="8">
                  <c:v>2025-06-27</c:v>
                </c:pt>
                <c:pt idx="9">
                  <c:v>2025-06-30</c:v>
                </c:pt>
                <c:pt idx="10">
                  <c:v>2025-07-01</c:v>
                </c:pt>
                <c:pt idx="11">
                  <c:v>2025-07-02</c:v>
                </c:pt>
                <c:pt idx="12">
                  <c:v>2025-07-03</c:v>
                </c:pt>
                <c:pt idx="13">
                  <c:v>2025-07-04</c:v>
                </c:pt>
                <c:pt idx="14">
                  <c:v>2025-07-07</c:v>
                </c:pt>
                <c:pt idx="15">
                  <c:v>2025-07-08</c:v>
                </c:pt>
                <c:pt idx="16">
                  <c:v>2025-07-09</c:v>
                </c:pt>
                <c:pt idx="17">
                  <c:v>2025-07-10</c:v>
                </c:pt>
                <c:pt idx="18">
                  <c:v>2025-07-11</c:v>
                </c:pt>
                <c:pt idx="19">
                  <c:v>2025-07-14</c:v>
                </c:pt>
                <c:pt idx="20">
                  <c:v>2025-07-15</c:v>
                </c:pt>
                <c:pt idx="21">
                  <c:v>2025-07-16</c:v>
                </c:pt>
                <c:pt idx="22">
                  <c:v>2025-07-17</c:v>
                </c:pt>
                <c:pt idx="23">
                  <c:v>2025-07-18</c:v>
                </c:pt>
                <c:pt idx="24">
                  <c:v>2025-07-21</c:v>
                </c:pt>
                <c:pt idx="25">
                  <c:v>2025-07-22</c:v>
                </c:pt>
                <c:pt idx="26">
                  <c:v>2025-07-23</c:v>
                </c:pt>
                <c:pt idx="27">
                  <c:v>2025-07-24</c:v>
                </c:pt>
                <c:pt idx="28">
                  <c:v>2025-07-25</c:v>
                </c:pt>
                <c:pt idx="29">
                  <c:v>2025-07-28</c:v>
                </c:pt>
                <c:pt idx="30">
                  <c:v>2025-07-29</c:v>
                </c:pt>
                <c:pt idx="31">
                  <c:v>2025-07-30</c:v>
                </c:pt>
                <c:pt idx="32">
                  <c:v>2025-07-31</c:v>
                </c:pt>
                <c:pt idx="33">
                  <c:v>2025-08-01</c:v>
                </c:pt>
                <c:pt idx="34">
                  <c:v>2025-08-04</c:v>
                </c:pt>
                <c:pt idx="35">
                  <c:v>2025-08-05</c:v>
                </c:pt>
                <c:pt idx="36">
                  <c:v>2025-08-06</c:v>
                </c:pt>
                <c:pt idx="37">
                  <c:v>2025-08-07</c:v>
                </c:pt>
                <c:pt idx="38">
                  <c:v>2025-08-08</c:v>
                </c:pt>
                <c:pt idx="39">
                  <c:v>2025-08-11</c:v>
                </c:pt>
                <c:pt idx="40">
                  <c:v>2025-08-12</c:v>
                </c:pt>
                <c:pt idx="41">
                  <c:v>2025-08-13</c:v>
                </c:pt>
                <c:pt idx="42">
                  <c:v>2025-08-14</c:v>
                </c:pt>
                <c:pt idx="43">
                  <c:v>2025-08-18</c:v>
                </c:pt>
                <c:pt idx="44">
                  <c:v>2025-08-19</c:v>
                </c:pt>
                <c:pt idx="45">
                  <c:v>2025-08-20</c:v>
                </c:pt>
                <c:pt idx="46">
                  <c:v>2025-08-21</c:v>
                </c:pt>
                <c:pt idx="47">
                  <c:v>2025-08-22</c:v>
                </c:pt>
                <c:pt idx="48">
                  <c:v>2025-08-25</c:v>
                </c:pt>
                <c:pt idx="49">
                  <c:v>2025-08-26</c:v>
                </c:pt>
                <c:pt idx="50">
                  <c:v>2025-08-27</c:v>
                </c:pt>
                <c:pt idx="51">
                  <c:v>2025-08-28</c:v>
                </c:pt>
                <c:pt idx="52">
                  <c:v>2025-08-29</c:v>
                </c:pt>
                <c:pt idx="53">
                  <c:v>2025-09-01</c:v>
                </c:pt>
                <c:pt idx="54">
                  <c:v>2025-09-02</c:v>
                </c:pt>
                <c:pt idx="55">
                  <c:v>2025-09-03</c:v>
                </c:pt>
                <c:pt idx="56">
                  <c:v>2025-09-04</c:v>
                </c:pt>
                <c:pt idx="57">
                  <c:v>2025-09-05</c:v>
                </c:pt>
                <c:pt idx="58">
                  <c:v>2025-09-08</c:v>
                </c:pt>
                <c:pt idx="59">
                  <c:v>2025-09-09</c:v>
                </c:pt>
                <c:pt idx="60">
                  <c:v>2025-09-10</c:v>
                </c:pt>
                <c:pt idx="61">
                  <c:v>2025-09-11</c:v>
                </c:pt>
                <c:pt idx="62">
                  <c:v>2025-09-12</c:v>
                </c:pt>
                <c:pt idx="63">
                  <c:v>2025-09-15</c:v>
                </c:pt>
                <c:pt idx="64">
                  <c:v>2025-09-16</c:v>
                </c:pt>
                <c:pt idx="65">
                  <c:v>2025-09-17</c:v>
                </c:pt>
                <c:pt idx="66">
                  <c:v>2025-09-18</c:v>
                </c:pt>
                <c:pt idx="67">
                  <c:v>2025-09-19</c:v>
                </c:pt>
                <c:pt idx="68">
                  <c:v>2025-09-22</c:v>
                </c:pt>
                <c:pt idx="69">
                  <c:v>2025-09-23</c:v>
                </c:pt>
                <c:pt idx="70">
                  <c:v>2025-09-24</c:v>
                </c:pt>
                <c:pt idx="71">
                  <c:v>2025-09-25</c:v>
                </c:pt>
                <c:pt idx="72">
                  <c:v>2025-09-26</c:v>
                </c:pt>
                <c:pt idx="73">
                  <c:v>2025-09-29</c:v>
                </c:pt>
                <c:pt idx="74">
                  <c:v>2025-09-30</c:v>
                </c:pt>
                <c:pt idx="75">
                  <c:v>2025-10-01</c:v>
                </c:pt>
                <c:pt idx="76">
                  <c:v>2025-10-03</c:v>
                </c:pt>
                <c:pt idx="77">
                  <c:v>2025-10-06</c:v>
                </c:pt>
                <c:pt idx="78">
                  <c:v>2025-10-07</c:v>
                </c:pt>
                <c:pt idx="79">
                  <c:v>2025-10-08</c:v>
                </c:pt>
                <c:pt idx="80">
                  <c:v>2025-10-09</c:v>
                </c:pt>
                <c:pt idx="81">
                  <c:v>2025-10-10</c:v>
                </c:pt>
                <c:pt idx="82">
                  <c:v>2025-10-13</c:v>
                </c:pt>
                <c:pt idx="83">
                  <c:v>2025-10-14</c:v>
                </c:pt>
                <c:pt idx="84">
                  <c:v>2025-10-15</c:v>
                </c:pt>
                <c:pt idx="85">
                  <c:v>2025-10-16</c:v>
                </c:pt>
                <c:pt idx="86">
                  <c:v>2025-10-17</c:v>
                </c:pt>
                <c:pt idx="87">
                  <c:v>2025-10-20</c:v>
                </c:pt>
                <c:pt idx="88">
                  <c:v>2025-10-21</c:v>
                </c:pt>
                <c:pt idx="89">
                  <c:v>2025-10-22</c:v>
                </c:pt>
                <c:pt idx="90">
                  <c:v>2025-10-23</c:v>
                </c:pt>
                <c:pt idx="91">
                  <c:v>2025-10-24</c:v>
                </c:pt>
                <c:pt idx="92">
                  <c:v>2025-10-27</c:v>
                </c:pt>
                <c:pt idx="93">
                  <c:v>2025-10-28</c:v>
                </c:pt>
                <c:pt idx="94">
                  <c:v>2025-10-29</c:v>
                </c:pt>
                <c:pt idx="95">
                  <c:v>2025-10-30</c:v>
                </c:pt>
                <c:pt idx="96">
                  <c:v>2025-10-31</c:v>
                </c:pt>
                <c:pt idx="97">
                  <c:v>2025-11-03</c:v>
                </c:pt>
                <c:pt idx="98">
                  <c:v>2025-11-04</c:v>
                </c:pt>
                <c:pt idx="99">
                  <c:v>2025-11-05</c:v>
                </c:pt>
                <c:pt idx="100">
                  <c:v>2025-11-06</c:v>
                </c:pt>
                <c:pt idx="101">
                  <c:v>2025-11-07</c:v>
                </c:pt>
                <c:pt idx="102">
                  <c:v>2025-11-10</c:v>
                </c:pt>
                <c:pt idx="103">
                  <c:v>2025-11-11</c:v>
                </c:pt>
                <c:pt idx="104">
                  <c:v>2025-11-12</c:v>
                </c:pt>
                <c:pt idx="105">
                  <c:v>2025-11-13</c:v>
                </c:pt>
                <c:pt idx="106">
                  <c:v>2025-11-14</c:v>
                </c:pt>
                <c:pt idx="107">
                  <c:v>2025-11-17</c:v>
                </c:pt>
                <c:pt idx="108">
                  <c:v>2025-11-18</c:v>
                </c:pt>
                <c:pt idx="109">
                  <c:v>2025-11-19</c:v>
                </c:pt>
                <c:pt idx="110">
                  <c:v>2025-11-20</c:v>
                </c:pt>
                <c:pt idx="111">
                  <c:v>2025-11-21</c:v>
                </c:pt>
                <c:pt idx="112">
                  <c:v>2025-11-24</c:v>
                </c:pt>
                <c:pt idx="113">
                  <c:v>2025-11-25</c:v>
                </c:pt>
                <c:pt idx="114">
                  <c:v>2025-11-26</c:v>
                </c:pt>
                <c:pt idx="115">
                  <c:v>2025-11-27</c:v>
                </c:pt>
                <c:pt idx="116">
                  <c:v>2025-11-28</c:v>
                </c:pt>
                <c:pt idx="117">
                  <c:v>2025-12-01</c:v>
                </c:pt>
                <c:pt idx="118">
                  <c:v>2025-12-02</c:v>
                </c:pt>
                <c:pt idx="119">
                  <c:v>2025-12-03</c:v>
                </c:pt>
                <c:pt idx="120">
                  <c:v>2025-12-04</c:v>
                </c:pt>
                <c:pt idx="121">
                  <c:v>2025-12-05</c:v>
                </c:pt>
                <c:pt idx="122">
                  <c:v>2025-12-08</c:v>
                </c:pt>
                <c:pt idx="123">
                  <c:v>2025-12-09</c:v>
                </c:pt>
                <c:pt idx="124">
                  <c:v>2025-12-10</c:v>
                </c:pt>
                <c:pt idx="125">
                  <c:v>2025-12-11</c:v>
                </c:pt>
                <c:pt idx="126">
                  <c:v>2025-12-12</c:v>
                </c:pt>
                <c:pt idx="127">
                  <c:v>2025-12-15</c:v>
                </c:pt>
                <c:pt idx="128">
                  <c:v>2025-12-16</c:v>
                </c:pt>
                <c:pt idx="129">
                  <c:v>2025-12-17</c:v>
                </c:pt>
                <c:pt idx="130">
                  <c:v>2025-12-18</c:v>
                </c:pt>
                <c:pt idx="131">
                  <c:v>2025-12-19</c:v>
                </c:pt>
                <c:pt idx="132">
                  <c:v>2025-12-22</c:v>
                </c:pt>
                <c:pt idx="133">
                  <c:v>2025-12-23</c:v>
                </c:pt>
                <c:pt idx="134">
                  <c:v>2025-12-24</c:v>
                </c:pt>
                <c:pt idx="135">
                  <c:v>2025-12-26</c:v>
                </c:pt>
                <c:pt idx="136">
                  <c:v>2025-12-29</c:v>
                </c:pt>
                <c:pt idx="137">
                  <c:v>2025-12-30</c:v>
                </c:pt>
                <c:pt idx="138">
                  <c:v>2025-12-31</c:v>
                </c:pt>
                <c:pt idx="139">
                  <c:v>2026-01-01</c:v>
                </c:pt>
                <c:pt idx="140">
                  <c:v>2026-01-02</c:v>
                </c:pt>
                <c:pt idx="141">
                  <c:v>2026-01-05</c:v>
                </c:pt>
                <c:pt idx="142">
                  <c:v>2026-01-06</c:v>
                </c:pt>
                <c:pt idx="143">
                  <c:v>2026-01-07</c:v>
                </c:pt>
                <c:pt idx="144">
                  <c:v>2026-01-08</c:v>
                </c:pt>
                <c:pt idx="145">
                  <c:v>2026-01-09</c:v>
                </c:pt>
                <c:pt idx="146">
                  <c:v>2026-01-12</c:v>
                </c:pt>
                <c:pt idx="147">
                  <c:v>2026-01-13</c:v>
                </c:pt>
                <c:pt idx="148">
                  <c:v>2026-01-14</c:v>
                </c:pt>
                <c:pt idx="149">
                  <c:v>2026-01-15</c:v>
                </c:pt>
                <c:pt idx="150">
                  <c:v>2026-01-16</c:v>
                </c:pt>
                <c:pt idx="151">
                  <c:v>2026-01-19</c:v>
                </c:pt>
                <c:pt idx="152">
                  <c:v>2026-01-20</c:v>
                </c:pt>
                <c:pt idx="153">
                  <c:v>2026-01-21</c:v>
                </c:pt>
                <c:pt idx="154">
                  <c:v>2026-01-22</c:v>
                </c:pt>
                <c:pt idx="155">
                  <c:v>2026-01-23</c:v>
                </c:pt>
                <c:pt idx="156">
                  <c:v>2026-01-27</c:v>
                </c:pt>
                <c:pt idx="157">
                  <c:v>2026-01-28</c:v>
                </c:pt>
                <c:pt idx="158">
                  <c:v>2026-01-29</c:v>
                </c:pt>
                <c:pt idx="159">
                  <c:v>2026-01-30</c:v>
                </c:pt>
                <c:pt idx="160">
                  <c:v>2026-02-02</c:v>
                </c:pt>
                <c:pt idx="161">
                  <c:v>2026-02-03</c:v>
                </c:pt>
                <c:pt idx="162">
                  <c:v>2026-02-04</c:v>
                </c:pt>
                <c:pt idx="163">
                  <c:v>2026-02-05</c:v>
                </c:pt>
                <c:pt idx="164">
                  <c:v>2026-02-06</c:v>
                </c:pt>
                <c:pt idx="165">
                  <c:v>2026-02-09</c:v>
                </c:pt>
                <c:pt idx="166">
                  <c:v>2026-02-10</c:v>
                </c:pt>
                <c:pt idx="167">
                  <c:v>2026-02-11</c:v>
                </c:pt>
                <c:pt idx="168">
                  <c:v>2026-02-12</c:v>
                </c:pt>
                <c:pt idx="169">
                  <c:v>2026-02-13</c:v>
                </c:pt>
                <c:pt idx="170">
                  <c:v>2026-02-16</c:v>
                </c:pt>
                <c:pt idx="171">
                  <c:v>2026-02-17</c:v>
                </c:pt>
                <c:pt idx="172">
                  <c:v>2026-02-18</c:v>
                </c:pt>
                <c:pt idx="173">
                  <c:v>2026-02-19</c:v>
                </c:pt>
                <c:pt idx="174">
                  <c:v>2026-02-20</c:v>
                </c:pt>
                <c:pt idx="175">
                  <c:v>2026-02-23</c:v>
                </c:pt>
                <c:pt idx="176">
                  <c:v>2026-02-24</c:v>
                </c:pt>
                <c:pt idx="177">
                  <c:v>2026-02-25</c:v>
                </c:pt>
                <c:pt idx="178">
                  <c:v>2026-02-26</c:v>
                </c:pt>
                <c:pt idx="179">
                  <c:v>2026-02-27</c:v>
                </c:pt>
                <c:pt idx="180">
                  <c:v>2026-03-02</c:v>
                </c:pt>
                <c:pt idx="181">
                  <c:v>2026-03-03</c:v>
                </c:pt>
                <c:pt idx="182">
                  <c:v>2026-03-04</c:v>
                </c:pt>
                <c:pt idx="183">
                  <c:v>2026-03-05</c:v>
                </c:pt>
                <c:pt idx="184">
                  <c:v>2026-03-06</c:v>
                </c:pt>
                <c:pt idx="185">
                  <c:v>2026-03-09</c:v>
                </c:pt>
                <c:pt idx="186">
                  <c:v>2026-03-10</c:v>
                </c:pt>
                <c:pt idx="187">
                  <c:v>2026-03-11</c:v>
                </c:pt>
                <c:pt idx="188">
                  <c:v>2026-03-12</c:v>
                </c:pt>
                <c:pt idx="189">
                  <c:v>2026-03-13</c:v>
                </c:pt>
                <c:pt idx="190">
                  <c:v>2026-03-16</c:v>
                </c:pt>
                <c:pt idx="191">
                  <c:v>2026-03-17</c:v>
                </c:pt>
                <c:pt idx="192">
                  <c:v>2026-03-18</c:v>
                </c:pt>
                <c:pt idx="193">
                  <c:v>2026-03-19</c:v>
                </c:pt>
                <c:pt idx="194">
                  <c:v>2026-03-20</c:v>
                </c:pt>
                <c:pt idx="195">
                  <c:v>2026-03-23</c:v>
                </c:pt>
                <c:pt idx="196">
                  <c:v>2026-03-24</c:v>
                </c:pt>
                <c:pt idx="197">
                  <c:v>2026-03-25</c:v>
                </c:pt>
                <c:pt idx="198">
                  <c:v>2026-03-26</c:v>
                </c:pt>
                <c:pt idx="199">
                  <c:v>2026-03-27</c:v>
                </c:pt>
                <c:pt idx="200">
                  <c:v>2026-03-30</c:v>
                </c:pt>
                <c:pt idx="201">
                  <c:v>2026-03-31</c:v>
                </c:pt>
                <c:pt idx="202">
                  <c:v>2026-04-01</c:v>
                </c:pt>
                <c:pt idx="203">
                  <c:v>2026-04-02</c:v>
                </c:pt>
                <c:pt idx="204">
                  <c:v>2026-04-06</c:v>
                </c:pt>
                <c:pt idx="205">
                  <c:v>2026-04-07</c:v>
                </c:pt>
                <c:pt idx="206">
                  <c:v>2026-04-08</c:v>
                </c:pt>
                <c:pt idx="207">
                  <c:v>2026-04-09</c:v>
                </c:pt>
                <c:pt idx="208">
                  <c:v>2026-04-10</c:v>
                </c:pt>
                <c:pt idx="209">
                  <c:v>2026-04-13</c:v>
                </c:pt>
                <c:pt idx="210">
                  <c:v>2026-04-14</c:v>
                </c:pt>
                <c:pt idx="211">
                  <c:v>2026-04-15</c:v>
                </c:pt>
                <c:pt idx="212">
                  <c:v>2026-04-16</c:v>
                </c:pt>
                <c:pt idx="213">
                  <c:v>2026-04-17</c:v>
                </c:pt>
                <c:pt idx="214">
                  <c:v>2026-04-20</c:v>
                </c:pt>
                <c:pt idx="215">
                  <c:v>2026-04-21</c:v>
                </c:pt>
                <c:pt idx="216">
                  <c:v>2026-04-22</c:v>
                </c:pt>
                <c:pt idx="217">
                  <c:v>2026-04-23</c:v>
                </c:pt>
                <c:pt idx="218">
                  <c:v>2026-04-24</c:v>
                </c:pt>
                <c:pt idx="219">
                  <c:v>2026-04-27</c:v>
                </c:pt>
                <c:pt idx="220">
                  <c:v>2026-04-28</c:v>
                </c:pt>
                <c:pt idx="221">
                  <c:v>2026-04-29</c:v>
                </c:pt>
                <c:pt idx="222">
                  <c:v>2026-04-30</c:v>
                </c:pt>
                <c:pt idx="223">
                  <c:v>2026-05-01</c:v>
                </c:pt>
                <c:pt idx="224">
                  <c:v>2026-05-04</c:v>
                </c:pt>
                <c:pt idx="225">
                  <c:v>2026-05-05</c:v>
                </c:pt>
                <c:pt idx="226">
                  <c:v>2026-05-06</c:v>
                </c:pt>
                <c:pt idx="227">
                  <c:v>2026-05-07</c:v>
                </c:pt>
                <c:pt idx="228">
                  <c:v>2026-05-08</c:v>
                </c:pt>
                <c:pt idx="229">
                  <c:v>2026-05-11</c:v>
                </c:pt>
                <c:pt idx="230">
                  <c:v>2026-05-12</c:v>
                </c:pt>
                <c:pt idx="231">
                  <c:v>2026-05-13</c:v>
                </c:pt>
                <c:pt idx="232">
                  <c:v>2026-05-14</c:v>
                </c:pt>
                <c:pt idx="233">
                  <c:v>2026-05-15</c:v>
                </c:pt>
                <c:pt idx="234">
                  <c:v>2026-05-18</c:v>
                </c:pt>
                <c:pt idx="235">
                  <c:v>2026-05-19</c:v>
                </c:pt>
                <c:pt idx="236">
                  <c:v>2026-05-20</c:v>
                </c:pt>
                <c:pt idx="237">
                  <c:v>2026-05-21</c:v>
                </c:pt>
                <c:pt idx="238">
                  <c:v>2026-05-22</c:v>
                </c:pt>
                <c:pt idx="239">
                  <c:v>2026-05-25</c:v>
                </c:pt>
                <c:pt idx="240">
                  <c:v>2026-05-26</c:v>
                </c:pt>
                <c:pt idx="241">
                  <c:v>2026-05-27</c:v>
                </c:pt>
                <c:pt idx="242">
                  <c:v>2026-05-28</c:v>
                </c:pt>
                <c:pt idx="243">
                  <c:v>2026-05-29</c:v>
                </c:pt>
                <c:pt idx="244">
                  <c:v>2026-06-01</c:v>
                </c:pt>
                <c:pt idx="245">
                  <c:v>2026-06-02</c:v>
                </c:pt>
                <c:pt idx="246">
                  <c:v>2026-06-03</c:v>
                </c:pt>
                <c:pt idx="247">
                  <c:v>2026-06-04</c:v>
                </c:pt>
                <c:pt idx="248">
                  <c:v>2026-06-05</c:v>
                </c:pt>
                <c:pt idx="249">
                  <c:v>2026-06-08</c:v>
                </c:pt>
                <c:pt idx="250">
                  <c:v>2026-06-09</c:v>
                </c:pt>
                <c:pt idx="251">
                  <c:v>2026-06-10</c:v>
                </c:pt>
                <c:pt idx="252">
                  <c:v>2026-06-11</c:v>
                </c:pt>
                <c:pt idx="253">
                  <c:v>2026-06-12</c:v>
                </c:pt>
                <c:pt idx="254">
                  <c:v>2026-06-15</c:v>
                </c:pt>
                <c:pt idx="255">
                  <c:v>2026-06-16</c:v>
                </c:pt>
                <c:pt idx="256">
                  <c:v>2026-06-17</c:v>
                </c:pt>
                <c:pt idx="257">
                  <c:v>2026-06-18</c:v>
                </c:pt>
                <c:pt idx="258">
                  <c:v>2026-06-19</c:v>
                </c:pt>
                <c:pt idx="259">
                  <c:v>2026-06-22</c:v>
                </c:pt>
                <c:pt idx="260">
                  <c:v>2026-06-23</c:v>
                </c:pt>
                <c:pt idx="261">
                  <c:v>2026-06-24</c:v>
                </c:pt>
                <c:pt idx="262">
                  <c:v>2026-06-25</c:v>
                </c:pt>
                <c:pt idx="263">
                  <c:v>2026-06-26</c:v>
                </c:pt>
                <c:pt idx="264">
                  <c:v>2026-06-29</c:v>
                </c:pt>
                <c:pt idx="265">
                  <c:v>2026-06-30</c:v>
                </c:pt>
                <c:pt idx="266">
                  <c:v>2026-07-01</c:v>
                </c:pt>
                <c:pt idx="267">
                  <c:v>2026-07-02</c:v>
                </c:pt>
                <c:pt idx="268">
                  <c:v>2026-07-03</c:v>
                </c:pt>
                <c:pt idx="269">
                  <c:v>2026-07-06</c:v>
                </c:pt>
                <c:pt idx="270">
                  <c:v>2026-07-07</c:v>
                </c:pt>
                <c:pt idx="271">
                  <c:v>2026-07-08</c:v>
                </c:pt>
                <c:pt idx="272">
                  <c:v>2026-07-09</c:v>
                </c:pt>
                <c:pt idx="273">
                  <c:v>2026-07-10</c:v>
                </c:pt>
                <c:pt idx="274">
                  <c:v>2026-07-13</c:v>
                </c:pt>
                <c:pt idx="275">
                  <c:v>2026-07-14</c:v>
                </c:pt>
                <c:pt idx="276">
                  <c:v>2026-07-15</c:v>
                </c:pt>
                <c:pt idx="277">
                  <c:v>2026-07-16</c:v>
                </c:pt>
                <c:pt idx="278">
                  <c:v>2026-07-17</c:v>
                </c:pt>
                <c:pt idx="279">
                  <c:v>2026-07-20</c:v>
                </c:pt>
                <c:pt idx="280">
                  <c:v>2026-07-21</c:v>
                </c:pt>
                <c:pt idx="281">
                  <c:v>2026-07-22</c:v>
                </c:pt>
                <c:pt idx="282">
                  <c:v>2026-07-23</c:v>
                </c:pt>
                <c:pt idx="283">
                  <c:v>2026-07-24</c:v>
                </c:pt>
                <c:pt idx="284">
                  <c:v>2026-07-27</c:v>
                </c:pt>
                <c:pt idx="285">
                  <c:v>2026-07-28</c:v>
                </c:pt>
                <c:pt idx="286">
                  <c:v>2026-07-29</c:v>
                </c:pt>
                <c:pt idx="287">
                  <c:v>2026-07-30</c:v>
                </c:pt>
                <c:pt idx="288">
                  <c:v>2026-07-31</c:v>
                </c:pt>
                <c:pt idx="289">
                  <c:v>2026-08-03</c:v>
                </c:pt>
                <c:pt idx="290">
                  <c:v>2026-08-04</c:v>
                </c:pt>
                <c:pt idx="291">
                  <c:v>2026-08-05</c:v>
                </c:pt>
                <c:pt idx="292">
                  <c:v>2026-08-06</c:v>
                </c:pt>
                <c:pt idx="293">
                  <c:v>2026-08-07</c:v>
                </c:pt>
                <c:pt idx="294">
                  <c:v>2026-08-10</c:v>
                </c:pt>
                <c:pt idx="295">
                  <c:v>2026-08-11</c:v>
                </c:pt>
                <c:pt idx="296">
                  <c:v>2026-08-12</c:v>
                </c:pt>
                <c:pt idx="297">
                  <c:v>2026-08-13</c:v>
                </c:pt>
                <c:pt idx="298">
                  <c:v>2026-08-14</c:v>
                </c:pt>
                <c:pt idx="299">
                  <c:v>2026-08-17</c:v>
                </c:pt>
                <c:pt idx="300">
                  <c:v>2026-08-18</c:v>
                </c:pt>
                <c:pt idx="301">
                  <c:v>2026-08-19</c:v>
                </c:pt>
                <c:pt idx="302">
                  <c:v>2026-08-20</c:v>
                </c:pt>
                <c:pt idx="303">
                  <c:v>2026-08-21</c:v>
                </c:pt>
                <c:pt idx="304">
                  <c:v>2026-08-24</c:v>
                </c:pt>
                <c:pt idx="305">
                  <c:v>2026-08-25</c:v>
                </c:pt>
                <c:pt idx="306">
                  <c:v>2026-08-26</c:v>
                </c:pt>
                <c:pt idx="307">
                  <c:v>2026-08-27</c:v>
                </c:pt>
                <c:pt idx="308">
                  <c:v>2026-08-28</c:v>
                </c:pt>
                <c:pt idx="309">
                  <c:v>2026-08-31</c:v>
                </c:pt>
                <c:pt idx="310">
                  <c:v>2026-09-01</c:v>
                </c:pt>
                <c:pt idx="311">
                  <c:v>2026-09-02</c:v>
                </c:pt>
                <c:pt idx="312">
                  <c:v>2026-09-03</c:v>
                </c:pt>
                <c:pt idx="313">
                  <c:v>2026-09-04</c:v>
                </c:pt>
                <c:pt idx="314">
                  <c:v>2026-09-07</c:v>
                </c:pt>
                <c:pt idx="315">
                  <c:v>2026-09-08</c:v>
                </c:pt>
                <c:pt idx="316">
                  <c:v>2026-09-09</c:v>
                </c:pt>
                <c:pt idx="317">
                  <c:v>2026-09-10</c:v>
                </c:pt>
                <c:pt idx="318">
                  <c:v>2026-09-11</c:v>
                </c:pt>
                <c:pt idx="319">
                  <c:v>2026-09-14</c:v>
                </c:pt>
                <c:pt idx="320">
                  <c:v>2026-09-15</c:v>
                </c:pt>
                <c:pt idx="321">
                  <c:v>2026-09-16</c:v>
                </c:pt>
                <c:pt idx="322">
                  <c:v>2026-09-17</c:v>
                </c:pt>
                <c:pt idx="323">
                  <c:v>2026-09-18</c:v>
                </c:pt>
                <c:pt idx="324">
                  <c:v>2026-09-21</c:v>
                </c:pt>
                <c:pt idx="325">
                  <c:v>2026-09-22</c:v>
                </c:pt>
                <c:pt idx="326">
                  <c:v>2026-09-23</c:v>
                </c:pt>
                <c:pt idx="327">
                  <c:v>2026-09-24</c:v>
                </c:pt>
              </c:strCache>
            </c:strRef>
          </c:cat>
          <c:val>
            <c:numRef>
              <c:f>Sheet1!$C$2:$C$329</c:f>
              <c:numCache>
                <c:formatCode>General</c:formatCode>
                <c:ptCount val="328"/>
                <c:pt idx="0">
                  <c:v>33.299999999999997</c:v>
                </c:pt>
                <c:pt idx="1">
                  <c:v>32.700000000000003</c:v>
                </c:pt>
                <c:pt idx="2">
                  <c:v>32.1</c:v>
                </c:pt>
                <c:pt idx="3">
                  <c:v>31.6</c:v>
                </c:pt>
                <c:pt idx="4">
                  <c:v>31</c:v>
                </c:pt>
                <c:pt idx="5">
                  <c:v>30.1</c:v>
                </c:pt>
                <c:pt idx="6">
                  <c:v>29.4</c:v>
                </c:pt>
                <c:pt idx="7">
                  <c:v>28.8</c:v>
                </c:pt>
                <c:pt idx="8">
                  <c:v>28.1</c:v>
                </c:pt>
                <c:pt idx="9">
                  <c:v>27.7</c:v>
                </c:pt>
                <c:pt idx="10">
                  <c:v>27.1</c:v>
                </c:pt>
                <c:pt idx="11">
                  <c:v>26.2</c:v>
                </c:pt>
                <c:pt idx="12">
                  <c:v>25.2</c:v>
                </c:pt>
                <c:pt idx="13">
                  <c:v>24.3</c:v>
                </c:pt>
                <c:pt idx="14">
                  <c:v>23.5</c:v>
                </c:pt>
                <c:pt idx="15">
                  <c:v>22.6</c:v>
                </c:pt>
                <c:pt idx="16">
                  <c:v>21.8</c:v>
                </c:pt>
                <c:pt idx="17">
                  <c:v>21</c:v>
                </c:pt>
                <c:pt idx="18">
                  <c:v>20.2</c:v>
                </c:pt>
                <c:pt idx="19">
                  <c:v>20</c:v>
                </c:pt>
                <c:pt idx="20">
                  <c:v>19.5</c:v>
                </c:pt>
                <c:pt idx="21">
                  <c:v>18.8</c:v>
                </c:pt>
                <c:pt idx="22">
                  <c:v>18.5</c:v>
                </c:pt>
                <c:pt idx="23">
                  <c:v>17.8</c:v>
                </c:pt>
                <c:pt idx="24">
                  <c:v>17.7</c:v>
                </c:pt>
                <c:pt idx="25">
                  <c:v>19</c:v>
                </c:pt>
                <c:pt idx="26">
                  <c:v>22.8</c:v>
                </c:pt>
                <c:pt idx="27">
                  <c:v>23.5</c:v>
                </c:pt>
                <c:pt idx="28">
                  <c:v>22.9</c:v>
                </c:pt>
                <c:pt idx="29">
                  <c:v>22.5</c:v>
                </c:pt>
                <c:pt idx="30">
                  <c:v>22</c:v>
                </c:pt>
                <c:pt idx="31">
                  <c:v>21.6</c:v>
                </c:pt>
                <c:pt idx="32">
                  <c:v>21.2</c:v>
                </c:pt>
                <c:pt idx="33">
                  <c:v>20.8</c:v>
                </c:pt>
                <c:pt idx="34">
                  <c:v>20.8</c:v>
                </c:pt>
                <c:pt idx="35">
                  <c:v>21.9</c:v>
                </c:pt>
                <c:pt idx="36">
                  <c:v>23.3</c:v>
                </c:pt>
                <c:pt idx="37">
                  <c:v>24.1</c:v>
                </c:pt>
                <c:pt idx="38">
                  <c:v>24.5</c:v>
                </c:pt>
                <c:pt idx="39">
                  <c:v>25.2</c:v>
                </c:pt>
                <c:pt idx="40">
                  <c:v>24.8</c:v>
                </c:pt>
                <c:pt idx="41">
                  <c:v>24.4</c:v>
                </c:pt>
                <c:pt idx="42">
                  <c:v>24</c:v>
                </c:pt>
                <c:pt idx="43">
                  <c:v>23.4</c:v>
                </c:pt>
                <c:pt idx="44">
                  <c:v>22.9</c:v>
                </c:pt>
                <c:pt idx="45">
                  <c:v>22.3</c:v>
                </c:pt>
                <c:pt idx="46">
                  <c:v>21.9</c:v>
                </c:pt>
                <c:pt idx="47">
                  <c:v>21.8</c:v>
                </c:pt>
                <c:pt idx="48">
                  <c:v>22</c:v>
                </c:pt>
                <c:pt idx="49">
                  <c:v>21.9</c:v>
                </c:pt>
                <c:pt idx="50">
                  <c:v>22</c:v>
                </c:pt>
                <c:pt idx="51">
                  <c:v>22.4</c:v>
                </c:pt>
                <c:pt idx="52">
                  <c:v>22.9</c:v>
                </c:pt>
                <c:pt idx="53">
                  <c:v>23.5</c:v>
                </c:pt>
                <c:pt idx="54">
                  <c:v>24.1</c:v>
                </c:pt>
                <c:pt idx="55">
                  <c:v>24.5</c:v>
                </c:pt>
                <c:pt idx="56">
                  <c:v>24.8</c:v>
                </c:pt>
                <c:pt idx="57">
                  <c:v>25</c:v>
                </c:pt>
                <c:pt idx="58">
                  <c:v>25.4</c:v>
                </c:pt>
                <c:pt idx="59">
                  <c:v>25.7</c:v>
                </c:pt>
                <c:pt idx="60">
                  <c:v>25.8</c:v>
                </c:pt>
                <c:pt idx="61">
                  <c:v>25.9</c:v>
                </c:pt>
                <c:pt idx="62">
                  <c:v>26</c:v>
                </c:pt>
                <c:pt idx="63">
                  <c:v>26.1</c:v>
                </c:pt>
                <c:pt idx="64">
                  <c:v>26.4</c:v>
                </c:pt>
                <c:pt idx="65">
                  <c:v>26.2</c:v>
                </c:pt>
                <c:pt idx="66">
                  <c:v>26.2</c:v>
                </c:pt>
                <c:pt idx="67">
                  <c:v>26</c:v>
                </c:pt>
                <c:pt idx="68">
                  <c:v>26.3</c:v>
                </c:pt>
                <c:pt idx="69">
                  <c:v>28.5</c:v>
                </c:pt>
                <c:pt idx="70">
                  <c:v>28.4</c:v>
                </c:pt>
                <c:pt idx="71">
                  <c:v>28.2</c:v>
                </c:pt>
                <c:pt idx="72">
                  <c:v>28</c:v>
                </c:pt>
                <c:pt idx="73">
                  <c:v>27.8</c:v>
                </c:pt>
                <c:pt idx="74">
                  <c:v>27.7</c:v>
                </c:pt>
                <c:pt idx="75">
                  <c:v>27.7</c:v>
                </c:pt>
                <c:pt idx="76">
                  <c:v>27.4</c:v>
                </c:pt>
                <c:pt idx="77">
                  <c:v>27.1</c:v>
                </c:pt>
                <c:pt idx="78">
                  <c:v>27</c:v>
                </c:pt>
                <c:pt idx="79">
                  <c:v>26.7</c:v>
                </c:pt>
                <c:pt idx="80">
                  <c:v>26.2</c:v>
                </c:pt>
                <c:pt idx="81">
                  <c:v>25.7</c:v>
                </c:pt>
                <c:pt idx="82">
                  <c:v>25.4</c:v>
                </c:pt>
                <c:pt idx="83">
                  <c:v>25.7</c:v>
                </c:pt>
                <c:pt idx="84">
                  <c:v>25.3</c:v>
                </c:pt>
                <c:pt idx="85">
                  <c:v>24.8</c:v>
                </c:pt>
                <c:pt idx="86">
                  <c:v>24.4</c:v>
                </c:pt>
                <c:pt idx="87">
                  <c:v>24.5</c:v>
                </c:pt>
                <c:pt idx="88">
                  <c:v>24.1</c:v>
                </c:pt>
                <c:pt idx="89">
                  <c:v>23.7</c:v>
                </c:pt>
                <c:pt idx="90">
                  <c:v>23.3</c:v>
                </c:pt>
                <c:pt idx="91">
                  <c:v>22.8</c:v>
                </c:pt>
                <c:pt idx="92">
                  <c:v>22.5</c:v>
                </c:pt>
                <c:pt idx="93">
                  <c:v>22.2</c:v>
                </c:pt>
                <c:pt idx="94">
                  <c:v>21.9</c:v>
                </c:pt>
                <c:pt idx="95">
                  <c:v>21.8</c:v>
                </c:pt>
                <c:pt idx="96">
                  <c:v>21.4</c:v>
                </c:pt>
                <c:pt idx="97">
                  <c:v>21</c:v>
                </c:pt>
                <c:pt idx="98">
                  <c:v>20.6</c:v>
                </c:pt>
                <c:pt idx="99">
                  <c:v>20.399999999999999</c:v>
                </c:pt>
                <c:pt idx="100">
                  <c:v>20.100000000000001</c:v>
                </c:pt>
                <c:pt idx="101">
                  <c:v>19.8</c:v>
                </c:pt>
                <c:pt idx="102">
                  <c:v>19.399999999999999</c:v>
                </c:pt>
                <c:pt idx="103">
                  <c:v>19.100000000000001</c:v>
                </c:pt>
                <c:pt idx="104">
                  <c:v>18.8</c:v>
                </c:pt>
                <c:pt idx="105">
                  <c:v>18.399999999999999</c:v>
                </c:pt>
                <c:pt idx="106">
                  <c:v>18</c:v>
                </c:pt>
                <c:pt idx="107">
                  <c:v>17.8</c:v>
                </c:pt>
                <c:pt idx="108">
                  <c:v>17.8</c:v>
                </c:pt>
                <c:pt idx="109">
                  <c:v>17.7</c:v>
                </c:pt>
                <c:pt idx="110">
                  <c:v>17.899999999999999</c:v>
                </c:pt>
                <c:pt idx="111">
                  <c:v>18.600000000000001</c:v>
                </c:pt>
                <c:pt idx="112">
                  <c:v>18.399999999999999</c:v>
                </c:pt>
                <c:pt idx="113">
                  <c:v>18.2</c:v>
                </c:pt>
                <c:pt idx="114">
                  <c:v>18</c:v>
                </c:pt>
                <c:pt idx="115">
                  <c:v>17.7</c:v>
                </c:pt>
                <c:pt idx="116">
                  <c:v>17.399999999999999</c:v>
                </c:pt>
                <c:pt idx="117">
                  <c:v>17.2</c:v>
                </c:pt>
                <c:pt idx="118">
                  <c:v>16.899999999999999</c:v>
                </c:pt>
                <c:pt idx="119">
                  <c:v>16.600000000000001</c:v>
                </c:pt>
                <c:pt idx="120">
                  <c:v>16.5</c:v>
                </c:pt>
                <c:pt idx="121">
                  <c:v>16.3</c:v>
                </c:pt>
                <c:pt idx="122">
                  <c:v>16</c:v>
                </c:pt>
                <c:pt idx="123">
                  <c:v>16.100000000000001</c:v>
                </c:pt>
                <c:pt idx="124">
                  <c:v>16</c:v>
                </c:pt>
                <c:pt idx="125">
                  <c:v>16.399999999999999</c:v>
                </c:pt>
                <c:pt idx="126">
                  <c:v>16.100000000000001</c:v>
                </c:pt>
                <c:pt idx="127">
                  <c:v>15.8</c:v>
                </c:pt>
                <c:pt idx="128">
                  <c:v>15.8</c:v>
                </c:pt>
                <c:pt idx="129">
                  <c:v>15.8</c:v>
                </c:pt>
                <c:pt idx="130">
                  <c:v>15.7</c:v>
                </c:pt>
                <c:pt idx="131">
                  <c:v>15.6</c:v>
                </c:pt>
                <c:pt idx="132">
                  <c:v>15.6</c:v>
                </c:pt>
                <c:pt idx="133">
                  <c:v>15.3</c:v>
                </c:pt>
                <c:pt idx="134">
                  <c:v>15.1</c:v>
                </c:pt>
                <c:pt idx="135">
                  <c:v>15</c:v>
                </c:pt>
                <c:pt idx="136">
                  <c:v>14.9</c:v>
                </c:pt>
                <c:pt idx="137">
                  <c:v>15.4</c:v>
                </c:pt>
                <c:pt idx="138">
                  <c:v>16.399999999999999</c:v>
                </c:pt>
                <c:pt idx="139">
                  <c:v>20.2</c:v>
                </c:pt>
                <c:pt idx="140">
                  <c:v>22.3</c:v>
                </c:pt>
                <c:pt idx="141">
                  <c:v>26</c:v>
                </c:pt>
                <c:pt idx="142">
                  <c:v>27.5</c:v>
                </c:pt>
                <c:pt idx="143">
                  <c:v>28.1</c:v>
                </c:pt>
                <c:pt idx="144">
                  <c:v>28.7</c:v>
                </c:pt>
                <c:pt idx="145">
                  <c:v>29.3</c:v>
                </c:pt>
                <c:pt idx="146">
                  <c:v>29.6</c:v>
                </c:pt>
                <c:pt idx="147">
                  <c:v>29.2</c:v>
                </c:pt>
                <c:pt idx="148">
                  <c:v>28.9</c:v>
                </c:pt>
                <c:pt idx="149">
                  <c:v>28.8</c:v>
                </c:pt>
                <c:pt idx="150">
                  <c:v>28.8</c:v>
                </c:pt>
                <c:pt idx="151">
                  <c:v>28.8</c:v>
                </c:pt>
                <c:pt idx="152">
                  <c:v>29.2</c:v>
                </c:pt>
                <c:pt idx="153">
                  <c:v>31.4</c:v>
                </c:pt>
                <c:pt idx="154">
                  <c:v>52.5</c:v>
                </c:pt>
                <c:pt idx="155">
                  <c:v>64.5</c:v>
                </c:pt>
                <c:pt idx="156">
                  <c:v>76.900000000000006</c:v>
                </c:pt>
                <c:pt idx="157">
                  <c:v>77.8</c:v>
                </c:pt>
                <c:pt idx="158">
                  <c:v>77.5</c:v>
                </c:pt>
                <c:pt idx="159">
                  <c:v>78</c:v>
                </c:pt>
                <c:pt idx="160">
                  <c:v>78.5</c:v>
                </c:pt>
                <c:pt idx="161">
                  <c:v>80.3</c:v>
                </c:pt>
                <c:pt idx="162">
                  <c:v>79.8</c:v>
                </c:pt>
                <c:pt idx="163">
                  <c:v>79.3</c:v>
                </c:pt>
                <c:pt idx="164">
                  <c:v>80</c:v>
                </c:pt>
                <c:pt idx="165">
                  <c:v>79.5</c:v>
                </c:pt>
                <c:pt idx="166">
                  <c:v>79.400000000000006</c:v>
                </c:pt>
                <c:pt idx="167">
                  <c:v>79.400000000000006</c:v>
                </c:pt>
                <c:pt idx="168">
                  <c:v>79.099999999999994</c:v>
                </c:pt>
                <c:pt idx="169">
                  <c:v>79.5</c:v>
                </c:pt>
                <c:pt idx="170">
                  <c:v>79.3</c:v>
                </c:pt>
                <c:pt idx="171">
                  <c:v>79.599999999999994</c:v>
                </c:pt>
                <c:pt idx="172">
                  <c:v>80</c:v>
                </c:pt>
                <c:pt idx="173">
                  <c:v>81.599999999999994</c:v>
                </c:pt>
                <c:pt idx="174">
                  <c:v>83.4</c:v>
                </c:pt>
                <c:pt idx="175">
                  <c:v>84.2</c:v>
                </c:pt>
                <c:pt idx="176">
                  <c:v>84.3</c:v>
                </c:pt>
                <c:pt idx="177">
                  <c:v>84.6</c:v>
                </c:pt>
                <c:pt idx="178">
                  <c:v>84.8</c:v>
                </c:pt>
                <c:pt idx="179">
                  <c:v>85.3</c:v>
                </c:pt>
                <c:pt idx="180">
                  <c:v>85.6</c:v>
                </c:pt>
                <c:pt idx="181">
                  <c:v>85.9</c:v>
                </c:pt>
                <c:pt idx="182">
                  <c:v>86.9</c:v>
                </c:pt>
                <c:pt idx="183">
                  <c:v>87.8</c:v>
                </c:pt>
                <c:pt idx="184">
                  <c:v>88.9</c:v>
                </c:pt>
                <c:pt idx="185">
                  <c:v>89.5</c:v>
                </c:pt>
                <c:pt idx="186">
                  <c:v>89.8</c:v>
                </c:pt>
                <c:pt idx="187">
                  <c:v>89.8</c:v>
                </c:pt>
                <c:pt idx="188">
                  <c:v>89.9</c:v>
                </c:pt>
                <c:pt idx="189">
                  <c:v>90.3</c:v>
                </c:pt>
                <c:pt idx="190">
                  <c:v>90.4</c:v>
                </c:pt>
                <c:pt idx="191">
                  <c:v>90.5</c:v>
                </c:pt>
                <c:pt idx="192">
                  <c:v>90.4</c:v>
                </c:pt>
                <c:pt idx="193">
                  <c:v>90.6</c:v>
                </c:pt>
                <c:pt idx="194">
                  <c:v>90.7</c:v>
                </c:pt>
                <c:pt idx="195">
                  <c:v>90.9</c:v>
                </c:pt>
                <c:pt idx="196">
                  <c:v>91.4</c:v>
                </c:pt>
                <c:pt idx="197">
                  <c:v>91.6</c:v>
                </c:pt>
                <c:pt idx="198">
                  <c:v>91.6</c:v>
                </c:pt>
                <c:pt idx="199">
                  <c:v>91.6</c:v>
                </c:pt>
                <c:pt idx="200">
                  <c:v>92.1</c:v>
                </c:pt>
                <c:pt idx="201">
                  <c:v>92.4</c:v>
                </c:pt>
                <c:pt idx="202">
                  <c:v>92.7</c:v>
                </c:pt>
                <c:pt idx="203">
                  <c:v>93.1</c:v>
                </c:pt>
                <c:pt idx="204">
                  <c:v>93</c:v>
                </c:pt>
                <c:pt idx="205">
                  <c:v>93.1</c:v>
                </c:pt>
                <c:pt idx="206">
                  <c:v>93</c:v>
                </c:pt>
                <c:pt idx="207">
                  <c:v>92.6</c:v>
                </c:pt>
                <c:pt idx="208">
                  <c:v>92.6</c:v>
                </c:pt>
                <c:pt idx="209">
                  <c:v>92.7</c:v>
                </c:pt>
                <c:pt idx="210">
                  <c:v>92.5</c:v>
                </c:pt>
                <c:pt idx="211">
                  <c:v>93</c:v>
                </c:pt>
                <c:pt idx="212">
                  <c:v>93.1</c:v>
                </c:pt>
                <c:pt idx="213">
                  <c:v>93</c:v>
                </c:pt>
                <c:pt idx="214">
                  <c:v>93.1</c:v>
                </c:pt>
                <c:pt idx="215">
                  <c:v>93.1</c:v>
                </c:pt>
                <c:pt idx="216">
                  <c:v>92.8</c:v>
                </c:pt>
                <c:pt idx="217">
                  <c:v>92.6</c:v>
                </c:pt>
                <c:pt idx="218">
                  <c:v>92.5</c:v>
                </c:pt>
                <c:pt idx="219">
                  <c:v>92.6</c:v>
                </c:pt>
                <c:pt idx="220">
                  <c:v>92.5</c:v>
                </c:pt>
                <c:pt idx="221">
                  <c:v>92.3</c:v>
                </c:pt>
                <c:pt idx="222">
                  <c:v>91.9</c:v>
                </c:pt>
                <c:pt idx="223">
                  <c:v>92</c:v>
                </c:pt>
                <c:pt idx="224">
                  <c:v>92</c:v>
                </c:pt>
                <c:pt idx="225">
                  <c:v>91.9</c:v>
                </c:pt>
                <c:pt idx="226">
                  <c:v>91.9</c:v>
                </c:pt>
                <c:pt idx="227">
                  <c:v>92</c:v>
                </c:pt>
                <c:pt idx="228">
                  <c:v>92</c:v>
                </c:pt>
                <c:pt idx="229">
                  <c:v>92.1</c:v>
                </c:pt>
                <c:pt idx="230">
                  <c:v>92.4</c:v>
                </c:pt>
                <c:pt idx="231">
                  <c:v>92.1</c:v>
                </c:pt>
                <c:pt idx="232">
                  <c:v>91.8</c:v>
                </c:pt>
                <c:pt idx="233">
                  <c:v>91.7</c:v>
                </c:pt>
                <c:pt idx="234">
                  <c:v>91.3</c:v>
                </c:pt>
                <c:pt idx="235">
                  <c:v>91</c:v>
                </c:pt>
                <c:pt idx="236">
                  <c:v>91.1</c:v>
                </c:pt>
                <c:pt idx="237">
                  <c:v>91.5</c:v>
                </c:pt>
                <c:pt idx="238">
                  <c:v>91.6</c:v>
                </c:pt>
                <c:pt idx="239">
                  <c:v>91.7</c:v>
                </c:pt>
                <c:pt idx="240">
                  <c:v>91.4</c:v>
                </c:pt>
                <c:pt idx="241">
                  <c:v>91.4</c:v>
                </c:pt>
                <c:pt idx="242">
                  <c:v>91</c:v>
                </c:pt>
                <c:pt idx="243">
                  <c:v>91.3</c:v>
                </c:pt>
                <c:pt idx="244">
                  <c:v>91.6</c:v>
                </c:pt>
                <c:pt idx="245">
                  <c:v>91.8</c:v>
                </c:pt>
                <c:pt idx="246">
                  <c:v>91.9</c:v>
                </c:pt>
                <c:pt idx="247">
                  <c:v>91.9</c:v>
                </c:pt>
                <c:pt idx="248">
                  <c:v>91.6</c:v>
                </c:pt>
                <c:pt idx="249">
                  <c:v>90.8</c:v>
                </c:pt>
                <c:pt idx="250">
                  <c:v>90.5</c:v>
                </c:pt>
                <c:pt idx="251">
                  <c:v>90.2</c:v>
                </c:pt>
                <c:pt idx="252">
                  <c:v>89.8</c:v>
                </c:pt>
                <c:pt idx="253">
                  <c:v>89.6</c:v>
                </c:pt>
                <c:pt idx="254">
                  <c:v>89.6</c:v>
                </c:pt>
                <c:pt idx="255">
                  <c:v>89.6</c:v>
                </c:pt>
                <c:pt idx="256">
                  <c:v>89.8</c:v>
                </c:pt>
                <c:pt idx="257">
                  <c:v>90.2</c:v>
                </c:pt>
                <c:pt idx="258">
                  <c:v>90.2</c:v>
                </c:pt>
                <c:pt idx="259">
                  <c:v>90.2</c:v>
                </c:pt>
                <c:pt idx="260">
                  <c:v>90.3</c:v>
                </c:pt>
                <c:pt idx="261">
                  <c:v>90.3</c:v>
                </c:pt>
                <c:pt idx="262">
                  <c:v>90.4</c:v>
                </c:pt>
                <c:pt idx="263">
                  <c:v>90.9</c:v>
                </c:pt>
                <c:pt idx="264">
                  <c:v>91.2</c:v>
                </c:pt>
                <c:pt idx="265">
                  <c:v>91.4</c:v>
                </c:pt>
                <c:pt idx="266">
                  <c:v>91.7</c:v>
                </c:pt>
                <c:pt idx="267">
                  <c:v>92.1</c:v>
                </c:pt>
                <c:pt idx="268">
                  <c:v>92.5</c:v>
                </c:pt>
                <c:pt idx="269">
                  <c:v>92.6</c:v>
                </c:pt>
                <c:pt idx="270">
                  <c:v>92.7</c:v>
                </c:pt>
                <c:pt idx="271">
                  <c:v>92.7</c:v>
                </c:pt>
                <c:pt idx="272">
                  <c:v>92.7</c:v>
                </c:pt>
                <c:pt idx="273">
                  <c:v>92.8</c:v>
                </c:pt>
                <c:pt idx="274">
                  <c:v>92.7</c:v>
                </c:pt>
                <c:pt idx="275">
                  <c:v>92.2</c:v>
                </c:pt>
                <c:pt idx="276">
                  <c:v>91.3</c:v>
                </c:pt>
                <c:pt idx="277">
                  <c:v>91</c:v>
                </c:pt>
                <c:pt idx="278">
                  <c:v>90.8</c:v>
                </c:pt>
                <c:pt idx="279">
                  <c:v>90.6</c:v>
                </c:pt>
                <c:pt idx="280">
                  <c:v>90.4</c:v>
                </c:pt>
                <c:pt idx="281">
                  <c:v>90.4</c:v>
                </c:pt>
                <c:pt idx="282">
                  <c:v>90.5</c:v>
                </c:pt>
                <c:pt idx="283">
                  <c:v>90.5</c:v>
                </c:pt>
                <c:pt idx="284">
                  <c:v>90.4</c:v>
                </c:pt>
                <c:pt idx="285">
                  <c:v>89.9</c:v>
                </c:pt>
                <c:pt idx="286">
                  <c:v>89.5</c:v>
                </c:pt>
                <c:pt idx="287">
                  <c:v>89.3</c:v>
                </c:pt>
                <c:pt idx="288">
                  <c:v>89.1</c:v>
                </c:pt>
                <c:pt idx="289">
                  <c:v>88.8</c:v>
                </c:pt>
                <c:pt idx="290">
                  <c:v>88.7</c:v>
                </c:pt>
                <c:pt idx="291">
                  <c:v>88.7</c:v>
                </c:pt>
                <c:pt idx="292">
                  <c:v>89.1</c:v>
                </c:pt>
                <c:pt idx="293">
                  <c:v>89.4</c:v>
                </c:pt>
                <c:pt idx="294">
                  <c:v>89.7</c:v>
                </c:pt>
                <c:pt idx="295">
                  <c:v>90</c:v>
                </c:pt>
                <c:pt idx="296">
                  <c:v>90.2</c:v>
                </c:pt>
                <c:pt idx="297">
                  <c:v>90.2</c:v>
                </c:pt>
                <c:pt idx="298">
                  <c:v>90.1</c:v>
                </c:pt>
                <c:pt idx="299">
                  <c:v>90.1</c:v>
                </c:pt>
                <c:pt idx="300">
                  <c:v>90.2</c:v>
                </c:pt>
                <c:pt idx="301">
                  <c:v>90.1</c:v>
                </c:pt>
                <c:pt idx="302">
                  <c:v>90.1</c:v>
                </c:pt>
                <c:pt idx="303">
                  <c:v>90.1</c:v>
                </c:pt>
                <c:pt idx="304">
                  <c:v>90.2</c:v>
                </c:pt>
                <c:pt idx="305">
                  <c:v>90.2</c:v>
                </c:pt>
                <c:pt idx="306">
                  <c:v>90.2</c:v>
                </c:pt>
                <c:pt idx="307">
                  <c:v>90.2</c:v>
                </c:pt>
                <c:pt idx="308">
                  <c:v>90</c:v>
                </c:pt>
                <c:pt idx="309">
                  <c:v>89.9</c:v>
                </c:pt>
                <c:pt idx="310">
                  <c:v>90</c:v>
                </c:pt>
                <c:pt idx="311">
                  <c:v>89.9</c:v>
                </c:pt>
                <c:pt idx="312">
                  <c:v>89.9</c:v>
                </c:pt>
                <c:pt idx="313">
                  <c:v>89.9</c:v>
                </c:pt>
                <c:pt idx="314">
                  <c:v>89.8</c:v>
                </c:pt>
                <c:pt idx="315">
                  <c:v>90</c:v>
                </c:pt>
                <c:pt idx="316">
                  <c:v>90</c:v>
                </c:pt>
                <c:pt idx="317">
                  <c:v>90.2</c:v>
                </c:pt>
                <c:pt idx="318">
                  <c:v>90.2</c:v>
                </c:pt>
                <c:pt idx="319">
                  <c:v>89.6</c:v>
                </c:pt>
                <c:pt idx="320">
                  <c:v>89.7</c:v>
                </c:pt>
                <c:pt idx="321">
                  <c:v>89.9</c:v>
                </c:pt>
                <c:pt idx="322">
                  <c:v>90.3</c:v>
                </c:pt>
                <c:pt idx="323">
                  <c:v>90.5</c:v>
                </c:pt>
                <c:pt idx="324">
                  <c:v>90.9</c:v>
                </c:pt>
                <c:pt idx="325">
                  <c:v>91.1</c:v>
                </c:pt>
                <c:pt idx="326">
                  <c:v>91.5</c:v>
                </c:pt>
                <c:pt idx="327">
                  <c:v>91.8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988-4A53-8A19-3EE634BD711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-3σ</c:v>
                </c:pt>
              </c:strCache>
            </c:strRef>
          </c:tx>
          <c:spPr>
            <a:ln w="25400" cap="flat">
              <a:solidFill>
                <a:srgbClr val="B5482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Sheet1!$A$2:$A$329</c:f>
              <c:strCache>
                <c:ptCount val="328"/>
                <c:pt idx="0">
                  <c:v>2025-06-17</c:v>
                </c:pt>
                <c:pt idx="1">
                  <c:v>2025-06-18</c:v>
                </c:pt>
                <c:pt idx="2">
                  <c:v>2025-06-19</c:v>
                </c:pt>
                <c:pt idx="3">
                  <c:v>2025-06-20</c:v>
                </c:pt>
                <c:pt idx="4">
                  <c:v>2025-06-23</c:v>
                </c:pt>
                <c:pt idx="5">
                  <c:v>2025-06-24</c:v>
                </c:pt>
                <c:pt idx="6">
                  <c:v>2025-06-25</c:v>
                </c:pt>
                <c:pt idx="7">
                  <c:v>2025-06-26</c:v>
                </c:pt>
                <c:pt idx="8">
                  <c:v>2025-06-27</c:v>
                </c:pt>
                <c:pt idx="9">
                  <c:v>2025-06-30</c:v>
                </c:pt>
                <c:pt idx="10">
                  <c:v>2025-07-01</c:v>
                </c:pt>
                <c:pt idx="11">
                  <c:v>2025-07-02</c:v>
                </c:pt>
                <c:pt idx="12">
                  <c:v>2025-07-03</c:v>
                </c:pt>
                <c:pt idx="13">
                  <c:v>2025-07-04</c:v>
                </c:pt>
                <c:pt idx="14">
                  <c:v>2025-07-07</c:v>
                </c:pt>
                <c:pt idx="15">
                  <c:v>2025-07-08</c:v>
                </c:pt>
                <c:pt idx="16">
                  <c:v>2025-07-09</c:v>
                </c:pt>
                <c:pt idx="17">
                  <c:v>2025-07-10</c:v>
                </c:pt>
                <c:pt idx="18">
                  <c:v>2025-07-11</c:v>
                </c:pt>
                <c:pt idx="19">
                  <c:v>2025-07-14</c:v>
                </c:pt>
                <c:pt idx="20">
                  <c:v>2025-07-15</c:v>
                </c:pt>
                <c:pt idx="21">
                  <c:v>2025-07-16</c:v>
                </c:pt>
                <c:pt idx="22">
                  <c:v>2025-07-17</c:v>
                </c:pt>
                <c:pt idx="23">
                  <c:v>2025-07-18</c:v>
                </c:pt>
                <c:pt idx="24">
                  <c:v>2025-07-21</c:v>
                </c:pt>
                <c:pt idx="25">
                  <c:v>2025-07-22</c:v>
                </c:pt>
                <c:pt idx="26">
                  <c:v>2025-07-23</c:v>
                </c:pt>
                <c:pt idx="27">
                  <c:v>2025-07-24</c:v>
                </c:pt>
                <c:pt idx="28">
                  <c:v>2025-07-25</c:v>
                </c:pt>
                <c:pt idx="29">
                  <c:v>2025-07-28</c:v>
                </c:pt>
                <c:pt idx="30">
                  <c:v>2025-07-29</c:v>
                </c:pt>
                <c:pt idx="31">
                  <c:v>2025-07-30</c:v>
                </c:pt>
                <c:pt idx="32">
                  <c:v>2025-07-31</c:v>
                </c:pt>
                <c:pt idx="33">
                  <c:v>2025-08-01</c:v>
                </c:pt>
                <c:pt idx="34">
                  <c:v>2025-08-04</c:v>
                </c:pt>
                <c:pt idx="35">
                  <c:v>2025-08-05</c:v>
                </c:pt>
                <c:pt idx="36">
                  <c:v>2025-08-06</c:v>
                </c:pt>
                <c:pt idx="37">
                  <c:v>2025-08-07</c:v>
                </c:pt>
                <c:pt idx="38">
                  <c:v>2025-08-08</c:v>
                </c:pt>
                <c:pt idx="39">
                  <c:v>2025-08-11</c:v>
                </c:pt>
                <c:pt idx="40">
                  <c:v>2025-08-12</c:v>
                </c:pt>
                <c:pt idx="41">
                  <c:v>2025-08-13</c:v>
                </c:pt>
                <c:pt idx="42">
                  <c:v>2025-08-14</c:v>
                </c:pt>
                <c:pt idx="43">
                  <c:v>2025-08-18</c:v>
                </c:pt>
                <c:pt idx="44">
                  <c:v>2025-08-19</c:v>
                </c:pt>
                <c:pt idx="45">
                  <c:v>2025-08-20</c:v>
                </c:pt>
                <c:pt idx="46">
                  <c:v>2025-08-21</c:v>
                </c:pt>
                <c:pt idx="47">
                  <c:v>2025-08-22</c:v>
                </c:pt>
                <c:pt idx="48">
                  <c:v>2025-08-25</c:v>
                </c:pt>
                <c:pt idx="49">
                  <c:v>2025-08-26</c:v>
                </c:pt>
                <c:pt idx="50">
                  <c:v>2025-08-27</c:v>
                </c:pt>
                <c:pt idx="51">
                  <c:v>2025-08-28</c:v>
                </c:pt>
                <c:pt idx="52">
                  <c:v>2025-08-29</c:v>
                </c:pt>
                <c:pt idx="53">
                  <c:v>2025-09-01</c:v>
                </c:pt>
                <c:pt idx="54">
                  <c:v>2025-09-02</c:v>
                </c:pt>
                <c:pt idx="55">
                  <c:v>2025-09-03</c:v>
                </c:pt>
                <c:pt idx="56">
                  <c:v>2025-09-04</c:v>
                </c:pt>
                <c:pt idx="57">
                  <c:v>2025-09-05</c:v>
                </c:pt>
                <c:pt idx="58">
                  <c:v>2025-09-08</c:v>
                </c:pt>
                <c:pt idx="59">
                  <c:v>2025-09-09</c:v>
                </c:pt>
                <c:pt idx="60">
                  <c:v>2025-09-10</c:v>
                </c:pt>
                <c:pt idx="61">
                  <c:v>2025-09-11</c:v>
                </c:pt>
                <c:pt idx="62">
                  <c:v>2025-09-12</c:v>
                </c:pt>
                <c:pt idx="63">
                  <c:v>2025-09-15</c:v>
                </c:pt>
                <c:pt idx="64">
                  <c:v>2025-09-16</c:v>
                </c:pt>
                <c:pt idx="65">
                  <c:v>2025-09-17</c:v>
                </c:pt>
                <c:pt idx="66">
                  <c:v>2025-09-18</c:v>
                </c:pt>
                <c:pt idx="67">
                  <c:v>2025-09-19</c:v>
                </c:pt>
                <c:pt idx="68">
                  <c:v>2025-09-22</c:v>
                </c:pt>
                <c:pt idx="69">
                  <c:v>2025-09-23</c:v>
                </c:pt>
                <c:pt idx="70">
                  <c:v>2025-09-24</c:v>
                </c:pt>
                <c:pt idx="71">
                  <c:v>2025-09-25</c:v>
                </c:pt>
                <c:pt idx="72">
                  <c:v>2025-09-26</c:v>
                </c:pt>
                <c:pt idx="73">
                  <c:v>2025-09-29</c:v>
                </c:pt>
                <c:pt idx="74">
                  <c:v>2025-09-30</c:v>
                </c:pt>
                <c:pt idx="75">
                  <c:v>2025-10-01</c:v>
                </c:pt>
                <c:pt idx="76">
                  <c:v>2025-10-03</c:v>
                </c:pt>
                <c:pt idx="77">
                  <c:v>2025-10-06</c:v>
                </c:pt>
                <c:pt idx="78">
                  <c:v>2025-10-07</c:v>
                </c:pt>
                <c:pt idx="79">
                  <c:v>2025-10-08</c:v>
                </c:pt>
                <c:pt idx="80">
                  <c:v>2025-10-09</c:v>
                </c:pt>
                <c:pt idx="81">
                  <c:v>2025-10-10</c:v>
                </c:pt>
                <c:pt idx="82">
                  <c:v>2025-10-13</c:v>
                </c:pt>
                <c:pt idx="83">
                  <c:v>2025-10-14</c:v>
                </c:pt>
                <c:pt idx="84">
                  <c:v>2025-10-15</c:v>
                </c:pt>
                <c:pt idx="85">
                  <c:v>2025-10-16</c:v>
                </c:pt>
                <c:pt idx="86">
                  <c:v>2025-10-17</c:v>
                </c:pt>
                <c:pt idx="87">
                  <c:v>2025-10-20</c:v>
                </c:pt>
                <c:pt idx="88">
                  <c:v>2025-10-21</c:v>
                </c:pt>
                <c:pt idx="89">
                  <c:v>2025-10-22</c:v>
                </c:pt>
                <c:pt idx="90">
                  <c:v>2025-10-23</c:v>
                </c:pt>
                <c:pt idx="91">
                  <c:v>2025-10-24</c:v>
                </c:pt>
                <c:pt idx="92">
                  <c:v>2025-10-27</c:v>
                </c:pt>
                <c:pt idx="93">
                  <c:v>2025-10-28</c:v>
                </c:pt>
                <c:pt idx="94">
                  <c:v>2025-10-29</c:v>
                </c:pt>
                <c:pt idx="95">
                  <c:v>2025-10-30</c:v>
                </c:pt>
                <c:pt idx="96">
                  <c:v>2025-10-31</c:v>
                </c:pt>
                <c:pt idx="97">
                  <c:v>2025-11-03</c:v>
                </c:pt>
                <c:pt idx="98">
                  <c:v>2025-11-04</c:v>
                </c:pt>
                <c:pt idx="99">
                  <c:v>2025-11-05</c:v>
                </c:pt>
                <c:pt idx="100">
                  <c:v>2025-11-06</c:v>
                </c:pt>
                <c:pt idx="101">
                  <c:v>2025-11-07</c:v>
                </c:pt>
                <c:pt idx="102">
                  <c:v>2025-11-10</c:v>
                </c:pt>
                <c:pt idx="103">
                  <c:v>2025-11-11</c:v>
                </c:pt>
                <c:pt idx="104">
                  <c:v>2025-11-12</c:v>
                </c:pt>
                <c:pt idx="105">
                  <c:v>2025-11-13</c:v>
                </c:pt>
                <c:pt idx="106">
                  <c:v>2025-11-14</c:v>
                </c:pt>
                <c:pt idx="107">
                  <c:v>2025-11-17</c:v>
                </c:pt>
                <c:pt idx="108">
                  <c:v>2025-11-18</c:v>
                </c:pt>
                <c:pt idx="109">
                  <c:v>2025-11-19</c:v>
                </c:pt>
                <c:pt idx="110">
                  <c:v>2025-11-20</c:v>
                </c:pt>
                <c:pt idx="111">
                  <c:v>2025-11-21</c:v>
                </c:pt>
                <c:pt idx="112">
                  <c:v>2025-11-24</c:v>
                </c:pt>
                <c:pt idx="113">
                  <c:v>2025-11-25</c:v>
                </c:pt>
                <c:pt idx="114">
                  <c:v>2025-11-26</c:v>
                </c:pt>
                <c:pt idx="115">
                  <c:v>2025-11-27</c:v>
                </c:pt>
                <c:pt idx="116">
                  <c:v>2025-11-28</c:v>
                </c:pt>
                <c:pt idx="117">
                  <c:v>2025-12-01</c:v>
                </c:pt>
                <c:pt idx="118">
                  <c:v>2025-12-02</c:v>
                </c:pt>
                <c:pt idx="119">
                  <c:v>2025-12-03</c:v>
                </c:pt>
                <c:pt idx="120">
                  <c:v>2025-12-04</c:v>
                </c:pt>
                <c:pt idx="121">
                  <c:v>2025-12-05</c:v>
                </c:pt>
                <c:pt idx="122">
                  <c:v>2025-12-08</c:v>
                </c:pt>
                <c:pt idx="123">
                  <c:v>2025-12-09</c:v>
                </c:pt>
                <c:pt idx="124">
                  <c:v>2025-12-10</c:v>
                </c:pt>
                <c:pt idx="125">
                  <c:v>2025-12-11</c:v>
                </c:pt>
                <c:pt idx="126">
                  <c:v>2025-12-12</c:v>
                </c:pt>
                <c:pt idx="127">
                  <c:v>2025-12-15</c:v>
                </c:pt>
                <c:pt idx="128">
                  <c:v>2025-12-16</c:v>
                </c:pt>
                <c:pt idx="129">
                  <c:v>2025-12-17</c:v>
                </c:pt>
                <c:pt idx="130">
                  <c:v>2025-12-18</c:v>
                </c:pt>
                <c:pt idx="131">
                  <c:v>2025-12-19</c:v>
                </c:pt>
                <c:pt idx="132">
                  <c:v>2025-12-22</c:v>
                </c:pt>
                <c:pt idx="133">
                  <c:v>2025-12-23</c:v>
                </c:pt>
                <c:pt idx="134">
                  <c:v>2025-12-24</c:v>
                </c:pt>
                <c:pt idx="135">
                  <c:v>2025-12-26</c:v>
                </c:pt>
                <c:pt idx="136">
                  <c:v>2025-12-29</c:v>
                </c:pt>
                <c:pt idx="137">
                  <c:v>2025-12-30</c:v>
                </c:pt>
                <c:pt idx="138">
                  <c:v>2025-12-31</c:v>
                </c:pt>
                <c:pt idx="139">
                  <c:v>2026-01-01</c:v>
                </c:pt>
                <c:pt idx="140">
                  <c:v>2026-01-02</c:v>
                </c:pt>
                <c:pt idx="141">
                  <c:v>2026-01-05</c:v>
                </c:pt>
                <c:pt idx="142">
                  <c:v>2026-01-06</c:v>
                </c:pt>
                <c:pt idx="143">
                  <c:v>2026-01-07</c:v>
                </c:pt>
                <c:pt idx="144">
                  <c:v>2026-01-08</c:v>
                </c:pt>
                <c:pt idx="145">
                  <c:v>2026-01-09</c:v>
                </c:pt>
                <c:pt idx="146">
                  <c:v>2026-01-12</c:v>
                </c:pt>
                <c:pt idx="147">
                  <c:v>2026-01-13</c:v>
                </c:pt>
                <c:pt idx="148">
                  <c:v>2026-01-14</c:v>
                </c:pt>
                <c:pt idx="149">
                  <c:v>2026-01-15</c:v>
                </c:pt>
                <c:pt idx="150">
                  <c:v>2026-01-16</c:v>
                </c:pt>
                <c:pt idx="151">
                  <c:v>2026-01-19</c:v>
                </c:pt>
                <c:pt idx="152">
                  <c:v>2026-01-20</c:v>
                </c:pt>
                <c:pt idx="153">
                  <c:v>2026-01-21</c:v>
                </c:pt>
                <c:pt idx="154">
                  <c:v>2026-01-22</c:v>
                </c:pt>
                <c:pt idx="155">
                  <c:v>2026-01-23</c:v>
                </c:pt>
                <c:pt idx="156">
                  <c:v>2026-01-27</c:v>
                </c:pt>
                <c:pt idx="157">
                  <c:v>2026-01-28</c:v>
                </c:pt>
                <c:pt idx="158">
                  <c:v>2026-01-29</c:v>
                </c:pt>
                <c:pt idx="159">
                  <c:v>2026-01-30</c:v>
                </c:pt>
                <c:pt idx="160">
                  <c:v>2026-02-02</c:v>
                </c:pt>
                <c:pt idx="161">
                  <c:v>2026-02-03</c:v>
                </c:pt>
                <c:pt idx="162">
                  <c:v>2026-02-04</c:v>
                </c:pt>
                <c:pt idx="163">
                  <c:v>2026-02-05</c:v>
                </c:pt>
                <c:pt idx="164">
                  <c:v>2026-02-06</c:v>
                </c:pt>
                <c:pt idx="165">
                  <c:v>2026-02-09</c:v>
                </c:pt>
                <c:pt idx="166">
                  <c:v>2026-02-10</c:v>
                </c:pt>
                <c:pt idx="167">
                  <c:v>2026-02-11</c:v>
                </c:pt>
                <c:pt idx="168">
                  <c:v>2026-02-12</c:v>
                </c:pt>
                <c:pt idx="169">
                  <c:v>2026-02-13</c:v>
                </c:pt>
                <c:pt idx="170">
                  <c:v>2026-02-16</c:v>
                </c:pt>
                <c:pt idx="171">
                  <c:v>2026-02-17</c:v>
                </c:pt>
                <c:pt idx="172">
                  <c:v>2026-02-18</c:v>
                </c:pt>
                <c:pt idx="173">
                  <c:v>2026-02-19</c:v>
                </c:pt>
                <c:pt idx="174">
                  <c:v>2026-02-20</c:v>
                </c:pt>
                <c:pt idx="175">
                  <c:v>2026-02-23</c:v>
                </c:pt>
                <c:pt idx="176">
                  <c:v>2026-02-24</c:v>
                </c:pt>
                <c:pt idx="177">
                  <c:v>2026-02-25</c:v>
                </c:pt>
                <c:pt idx="178">
                  <c:v>2026-02-26</c:v>
                </c:pt>
                <c:pt idx="179">
                  <c:v>2026-02-27</c:v>
                </c:pt>
                <c:pt idx="180">
                  <c:v>2026-03-02</c:v>
                </c:pt>
                <c:pt idx="181">
                  <c:v>2026-03-03</c:v>
                </c:pt>
                <c:pt idx="182">
                  <c:v>2026-03-04</c:v>
                </c:pt>
                <c:pt idx="183">
                  <c:v>2026-03-05</c:v>
                </c:pt>
                <c:pt idx="184">
                  <c:v>2026-03-06</c:v>
                </c:pt>
                <c:pt idx="185">
                  <c:v>2026-03-09</c:v>
                </c:pt>
                <c:pt idx="186">
                  <c:v>2026-03-10</c:v>
                </c:pt>
                <c:pt idx="187">
                  <c:v>2026-03-11</c:v>
                </c:pt>
                <c:pt idx="188">
                  <c:v>2026-03-12</c:v>
                </c:pt>
                <c:pt idx="189">
                  <c:v>2026-03-13</c:v>
                </c:pt>
                <c:pt idx="190">
                  <c:v>2026-03-16</c:v>
                </c:pt>
                <c:pt idx="191">
                  <c:v>2026-03-17</c:v>
                </c:pt>
                <c:pt idx="192">
                  <c:v>2026-03-18</c:v>
                </c:pt>
                <c:pt idx="193">
                  <c:v>2026-03-19</c:v>
                </c:pt>
                <c:pt idx="194">
                  <c:v>2026-03-20</c:v>
                </c:pt>
                <c:pt idx="195">
                  <c:v>2026-03-23</c:v>
                </c:pt>
                <c:pt idx="196">
                  <c:v>2026-03-24</c:v>
                </c:pt>
                <c:pt idx="197">
                  <c:v>2026-03-25</c:v>
                </c:pt>
                <c:pt idx="198">
                  <c:v>2026-03-26</c:v>
                </c:pt>
                <c:pt idx="199">
                  <c:v>2026-03-27</c:v>
                </c:pt>
                <c:pt idx="200">
                  <c:v>2026-03-30</c:v>
                </c:pt>
                <c:pt idx="201">
                  <c:v>2026-03-31</c:v>
                </c:pt>
                <c:pt idx="202">
                  <c:v>2026-04-01</c:v>
                </c:pt>
                <c:pt idx="203">
                  <c:v>2026-04-02</c:v>
                </c:pt>
                <c:pt idx="204">
                  <c:v>2026-04-06</c:v>
                </c:pt>
                <c:pt idx="205">
                  <c:v>2026-04-07</c:v>
                </c:pt>
                <c:pt idx="206">
                  <c:v>2026-04-08</c:v>
                </c:pt>
                <c:pt idx="207">
                  <c:v>2026-04-09</c:v>
                </c:pt>
                <c:pt idx="208">
                  <c:v>2026-04-10</c:v>
                </c:pt>
                <c:pt idx="209">
                  <c:v>2026-04-13</c:v>
                </c:pt>
                <c:pt idx="210">
                  <c:v>2026-04-14</c:v>
                </c:pt>
                <c:pt idx="211">
                  <c:v>2026-04-15</c:v>
                </c:pt>
                <c:pt idx="212">
                  <c:v>2026-04-16</c:v>
                </c:pt>
                <c:pt idx="213">
                  <c:v>2026-04-17</c:v>
                </c:pt>
                <c:pt idx="214">
                  <c:v>2026-04-20</c:v>
                </c:pt>
                <c:pt idx="215">
                  <c:v>2026-04-21</c:v>
                </c:pt>
                <c:pt idx="216">
                  <c:v>2026-04-22</c:v>
                </c:pt>
                <c:pt idx="217">
                  <c:v>2026-04-23</c:v>
                </c:pt>
                <c:pt idx="218">
                  <c:v>2026-04-24</c:v>
                </c:pt>
                <c:pt idx="219">
                  <c:v>2026-04-27</c:v>
                </c:pt>
                <c:pt idx="220">
                  <c:v>2026-04-28</c:v>
                </c:pt>
                <c:pt idx="221">
                  <c:v>2026-04-29</c:v>
                </c:pt>
                <c:pt idx="222">
                  <c:v>2026-04-30</c:v>
                </c:pt>
                <c:pt idx="223">
                  <c:v>2026-05-01</c:v>
                </c:pt>
                <c:pt idx="224">
                  <c:v>2026-05-04</c:v>
                </c:pt>
                <c:pt idx="225">
                  <c:v>2026-05-05</c:v>
                </c:pt>
                <c:pt idx="226">
                  <c:v>2026-05-06</c:v>
                </c:pt>
                <c:pt idx="227">
                  <c:v>2026-05-07</c:v>
                </c:pt>
                <c:pt idx="228">
                  <c:v>2026-05-08</c:v>
                </c:pt>
                <c:pt idx="229">
                  <c:v>2026-05-11</c:v>
                </c:pt>
                <c:pt idx="230">
                  <c:v>2026-05-12</c:v>
                </c:pt>
                <c:pt idx="231">
                  <c:v>2026-05-13</c:v>
                </c:pt>
                <c:pt idx="232">
                  <c:v>2026-05-14</c:v>
                </c:pt>
                <c:pt idx="233">
                  <c:v>2026-05-15</c:v>
                </c:pt>
                <c:pt idx="234">
                  <c:v>2026-05-18</c:v>
                </c:pt>
                <c:pt idx="235">
                  <c:v>2026-05-19</c:v>
                </c:pt>
                <c:pt idx="236">
                  <c:v>2026-05-20</c:v>
                </c:pt>
                <c:pt idx="237">
                  <c:v>2026-05-21</c:v>
                </c:pt>
                <c:pt idx="238">
                  <c:v>2026-05-22</c:v>
                </c:pt>
                <c:pt idx="239">
                  <c:v>2026-05-25</c:v>
                </c:pt>
                <c:pt idx="240">
                  <c:v>2026-05-26</c:v>
                </c:pt>
                <c:pt idx="241">
                  <c:v>2026-05-27</c:v>
                </c:pt>
                <c:pt idx="242">
                  <c:v>2026-05-28</c:v>
                </c:pt>
                <c:pt idx="243">
                  <c:v>2026-05-29</c:v>
                </c:pt>
                <c:pt idx="244">
                  <c:v>2026-06-01</c:v>
                </c:pt>
                <c:pt idx="245">
                  <c:v>2026-06-02</c:v>
                </c:pt>
                <c:pt idx="246">
                  <c:v>2026-06-03</c:v>
                </c:pt>
                <c:pt idx="247">
                  <c:v>2026-06-04</c:v>
                </c:pt>
                <c:pt idx="248">
                  <c:v>2026-06-05</c:v>
                </c:pt>
                <c:pt idx="249">
                  <c:v>2026-06-08</c:v>
                </c:pt>
                <c:pt idx="250">
                  <c:v>2026-06-09</c:v>
                </c:pt>
                <c:pt idx="251">
                  <c:v>2026-06-10</c:v>
                </c:pt>
                <c:pt idx="252">
                  <c:v>2026-06-11</c:v>
                </c:pt>
                <c:pt idx="253">
                  <c:v>2026-06-12</c:v>
                </c:pt>
                <c:pt idx="254">
                  <c:v>2026-06-15</c:v>
                </c:pt>
                <c:pt idx="255">
                  <c:v>2026-06-16</c:v>
                </c:pt>
                <c:pt idx="256">
                  <c:v>2026-06-17</c:v>
                </c:pt>
                <c:pt idx="257">
                  <c:v>2026-06-18</c:v>
                </c:pt>
                <c:pt idx="258">
                  <c:v>2026-06-19</c:v>
                </c:pt>
                <c:pt idx="259">
                  <c:v>2026-06-22</c:v>
                </c:pt>
                <c:pt idx="260">
                  <c:v>2026-06-23</c:v>
                </c:pt>
                <c:pt idx="261">
                  <c:v>2026-06-24</c:v>
                </c:pt>
                <c:pt idx="262">
                  <c:v>2026-06-25</c:v>
                </c:pt>
                <c:pt idx="263">
                  <c:v>2026-06-26</c:v>
                </c:pt>
                <c:pt idx="264">
                  <c:v>2026-06-29</c:v>
                </c:pt>
                <c:pt idx="265">
                  <c:v>2026-06-30</c:v>
                </c:pt>
                <c:pt idx="266">
                  <c:v>2026-07-01</c:v>
                </c:pt>
                <c:pt idx="267">
                  <c:v>2026-07-02</c:v>
                </c:pt>
                <c:pt idx="268">
                  <c:v>2026-07-03</c:v>
                </c:pt>
                <c:pt idx="269">
                  <c:v>2026-07-06</c:v>
                </c:pt>
                <c:pt idx="270">
                  <c:v>2026-07-07</c:v>
                </c:pt>
                <c:pt idx="271">
                  <c:v>2026-07-08</c:v>
                </c:pt>
                <c:pt idx="272">
                  <c:v>2026-07-09</c:v>
                </c:pt>
                <c:pt idx="273">
                  <c:v>2026-07-10</c:v>
                </c:pt>
                <c:pt idx="274">
                  <c:v>2026-07-13</c:v>
                </c:pt>
                <c:pt idx="275">
                  <c:v>2026-07-14</c:v>
                </c:pt>
                <c:pt idx="276">
                  <c:v>2026-07-15</c:v>
                </c:pt>
                <c:pt idx="277">
                  <c:v>2026-07-16</c:v>
                </c:pt>
                <c:pt idx="278">
                  <c:v>2026-07-17</c:v>
                </c:pt>
                <c:pt idx="279">
                  <c:v>2026-07-20</c:v>
                </c:pt>
                <c:pt idx="280">
                  <c:v>2026-07-21</c:v>
                </c:pt>
                <c:pt idx="281">
                  <c:v>2026-07-22</c:v>
                </c:pt>
                <c:pt idx="282">
                  <c:v>2026-07-23</c:v>
                </c:pt>
                <c:pt idx="283">
                  <c:v>2026-07-24</c:v>
                </c:pt>
                <c:pt idx="284">
                  <c:v>2026-07-27</c:v>
                </c:pt>
                <c:pt idx="285">
                  <c:v>2026-07-28</c:v>
                </c:pt>
                <c:pt idx="286">
                  <c:v>2026-07-29</c:v>
                </c:pt>
                <c:pt idx="287">
                  <c:v>2026-07-30</c:v>
                </c:pt>
                <c:pt idx="288">
                  <c:v>2026-07-31</c:v>
                </c:pt>
                <c:pt idx="289">
                  <c:v>2026-08-03</c:v>
                </c:pt>
                <c:pt idx="290">
                  <c:v>2026-08-04</c:v>
                </c:pt>
                <c:pt idx="291">
                  <c:v>2026-08-05</c:v>
                </c:pt>
                <c:pt idx="292">
                  <c:v>2026-08-06</c:v>
                </c:pt>
                <c:pt idx="293">
                  <c:v>2026-08-07</c:v>
                </c:pt>
                <c:pt idx="294">
                  <c:v>2026-08-10</c:v>
                </c:pt>
                <c:pt idx="295">
                  <c:v>2026-08-11</c:v>
                </c:pt>
                <c:pt idx="296">
                  <c:v>2026-08-12</c:v>
                </c:pt>
                <c:pt idx="297">
                  <c:v>2026-08-13</c:v>
                </c:pt>
                <c:pt idx="298">
                  <c:v>2026-08-14</c:v>
                </c:pt>
                <c:pt idx="299">
                  <c:v>2026-08-17</c:v>
                </c:pt>
                <c:pt idx="300">
                  <c:v>2026-08-18</c:v>
                </c:pt>
                <c:pt idx="301">
                  <c:v>2026-08-19</c:v>
                </c:pt>
                <c:pt idx="302">
                  <c:v>2026-08-20</c:v>
                </c:pt>
                <c:pt idx="303">
                  <c:v>2026-08-21</c:v>
                </c:pt>
                <c:pt idx="304">
                  <c:v>2026-08-24</c:v>
                </c:pt>
                <c:pt idx="305">
                  <c:v>2026-08-25</c:v>
                </c:pt>
                <c:pt idx="306">
                  <c:v>2026-08-26</c:v>
                </c:pt>
                <c:pt idx="307">
                  <c:v>2026-08-27</c:v>
                </c:pt>
                <c:pt idx="308">
                  <c:v>2026-08-28</c:v>
                </c:pt>
                <c:pt idx="309">
                  <c:v>2026-08-31</c:v>
                </c:pt>
                <c:pt idx="310">
                  <c:v>2026-09-01</c:v>
                </c:pt>
                <c:pt idx="311">
                  <c:v>2026-09-02</c:v>
                </c:pt>
                <c:pt idx="312">
                  <c:v>2026-09-03</c:v>
                </c:pt>
                <c:pt idx="313">
                  <c:v>2026-09-04</c:v>
                </c:pt>
                <c:pt idx="314">
                  <c:v>2026-09-07</c:v>
                </c:pt>
                <c:pt idx="315">
                  <c:v>2026-09-08</c:v>
                </c:pt>
                <c:pt idx="316">
                  <c:v>2026-09-09</c:v>
                </c:pt>
                <c:pt idx="317">
                  <c:v>2026-09-10</c:v>
                </c:pt>
                <c:pt idx="318">
                  <c:v>2026-09-11</c:v>
                </c:pt>
                <c:pt idx="319">
                  <c:v>2026-09-14</c:v>
                </c:pt>
                <c:pt idx="320">
                  <c:v>2026-09-15</c:v>
                </c:pt>
                <c:pt idx="321">
                  <c:v>2026-09-16</c:v>
                </c:pt>
                <c:pt idx="322">
                  <c:v>2026-09-17</c:v>
                </c:pt>
                <c:pt idx="323">
                  <c:v>2026-09-18</c:v>
                </c:pt>
                <c:pt idx="324">
                  <c:v>2026-09-21</c:v>
                </c:pt>
                <c:pt idx="325">
                  <c:v>2026-09-22</c:v>
                </c:pt>
                <c:pt idx="326">
                  <c:v>2026-09-23</c:v>
                </c:pt>
                <c:pt idx="327">
                  <c:v>2026-09-24</c:v>
                </c:pt>
              </c:strCache>
            </c:strRef>
          </c:cat>
          <c:val>
            <c:numRef>
              <c:f>Sheet1!$D$2:$D$329</c:f>
              <c:numCache>
                <c:formatCode>General</c:formatCode>
                <c:ptCount val="328"/>
                <c:pt idx="0">
                  <c:v>-191.2</c:v>
                </c:pt>
                <c:pt idx="1">
                  <c:v>-190.1</c:v>
                </c:pt>
                <c:pt idx="2">
                  <c:v>-188.9</c:v>
                </c:pt>
                <c:pt idx="3">
                  <c:v>-187.7</c:v>
                </c:pt>
                <c:pt idx="4">
                  <c:v>-186.7</c:v>
                </c:pt>
                <c:pt idx="5">
                  <c:v>-185.7</c:v>
                </c:pt>
                <c:pt idx="6">
                  <c:v>-185.5</c:v>
                </c:pt>
                <c:pt idx="7">
                  <c:v>-185.1</c:v>
                </c:pt>
                <c:pt idx="8">
                  <c:v>-184.9</c:v>
                </c:pt>
                <c:pt idx="9">
                  <c:v>-185.2</c:v>
                </c:pt>
                <c:pt idx="10">
                  <c:v>-185.3</c:v>
                </c:pt>
                <c:pt idx="11">
                  <c:v>-184.7</c:v>
                </c:pt>
                <c:pt idx="12">
                  <c:v>-184</c:v>
                </c:pt>
                <c:pt idx="13">
                  <c:v>-183.7</c:v>
                </c:pt>
                <c:pt idx="14">
                  <c:v>-183.4</c:v>
                </c:pt>
                <c:pt idx="15">
                  <c:v>-182.8</c:v>
                </c:pt>
                <c:pt idx="16">
                  <c:v>-182.8</c:v>
                </c:pt>
                <c:pt idx="17">
                  <c:v>-182.7</c:v>
                </c:pt>
                <c:pt idx="18">
                  <c:v>-182.2</c:v>
                </c:pt>
                <c:pt idx="19">
                  <c:v>-181.4</c:v>
                </c:pt>
                <c:pt idx="20">
                  <c:v>-180.6</c:v>
                </c:pt>
                <c:pt idx="21">
                  <c:v>-179.8</c:v>
                </c:pt>
                <c:pt idx="22">
                  <c:v>-179.1</c:v>
                </c:pt>
                <c:pt idx="23">
                  <c:v>-178.4</c:v>
                </c:pt>
                <c:pt idx="24">
                  <c:v>-177.7</c:v>
                </c:pt>
                <c:pt idx="25">
                  <c:v>-177.7</c:v>
                </c:pt>
                <c:pt idx="26">
                  <c:v>-179.5</c:v>
                </c:pt>
                <c:pt idx="27">
                  <c:v>-179.2</c:v>
                </c:pt>
                <c:pt idx="28">
                  <c:v>-178.4</c:v>
                </c:pt>
                <c:pt idx="29">
                  <c:v>-178</c:v>
                </c:pt>
                <c:pt idx="30">
                  <c:v>-177.7</c:v>
                </c:pt>
                <c:pt idx="31">
                  <c:v>-177.2</c:v>
                </c:pt>
                <c:pt idx="32">
                  <c:v>-176.9</c:v>
                </c:pt>
                <c:pt idx="33">
                  <c:v>-176.4</c:v>
                </c:pt>
                <c:pt idx="34">
                  <c:v>-175.9</c:v>
                </c:pt>
                <c:pt idx="35">
                  <c:v>-175.9</c:v>
                </c:pt>
                <c:pt idx="36">
                  <c:v>-176</c:v>
                </c:pt>
                <c:pt idx="37">
                  <c:v>-175.8</c:v>
                </c:pt>
                <c:pt idx="38">
                  <c:v>-175.4</c:v>
                </c:pt>
                <c:pt idx="39">
                  <c:v>-175.2</c:v>
                </c:pt>
                <c:pt idx="40">
                  <c:v>-174.6</c:v>
                </c:pt>
                <c:pt idx="41">
                  <c:v>-174</c:v>
                </c:pt>
                <c:pt idx="42">
                  <c:v>-173.4</c:v>
                </c:pt>
                <c:pt idx="43">
                  <c:v>-172.8</c:v>
                </c:pt>
                <c:pt idx="44">
                  <c:v>-172.4</c:v>
                </c:pt>
                <c:pt idx="45">
                  <c:v>-171.9</c:v>
                </c:pt>
                <c:pt idx="46">
                  <c:v>-171.4</c:v>
                </c:pt>
                <c:pt idx="47">
                  <c:v>-171</c:v>
                </c:pt>
                <c:pt idx="48">
                  <c:v>-170.5</c:v>
                </c:pt>
                <c:pt idx="49">
                  <c:v>-170.2</c:v>
                </c:pt>
                <c:pt idx="50">
                  <c:v>-169.9</c:v>
                </c:pt>
                <c:pt idx="51">
                  <c:v>-169.8</c:v>
                </c:pt>
                <c:pt idx="52">
                  <c:v>-169.7</c:v>
                </c:pt>
                <c:pt idx="53">
                  <c:v>-169.7</c:v>
                </c:pt>
                <c:pt idx="54">
                  <c:v>-169.5</c:v>
                </c:pt>
                <c:pt idx="55">
                  <c:v>-169.3</c:v>
                </c:pt>
                <c:pt idx="56">
                  <c:v>-168.9</c:v>
                </c:pt>
                <c:pt idx="57">
                  <c:v>-168.6</c:v>
                </c:pt>
                <c:pt idx="58">
                  <c:v>-168.3</c:v>
                </c:pt>
                <c:pt idx="59">
                  <c:v>-168</c:v>
                </c:pt>
                <c:pt idx="60">
                  <c:v>-167.6</c:v>
                </c:pt>
                <c:pt idx="61">
                  <c:v>-167.2</c:v>
                </c:pt>
                <c:pt idx="62">
                  <c:v>-166.8</c:v>
                </c:pt>
                <c:pt idx="63">
                  <c:v>-166.5</c:v>
                </c:pt>
                <c:pt idx="64">
                  <c:v>-166.2</c:v>
                </c:pt>
                <c:pt idx="65">
                  <c:v>-165.8</c:v>
                </c:pt>
                <c:pt idx="66">
                  <c:v>-165.5</c:v>
                </c:pt>
                <c:pt idx="67">
                  <c:v>-165.1</c:v>
                </c:pt>
                <c:pt idx="68">
                  <c:v>-164.9</c:v>
                </c:pt>
                <c:pt idx="69">
                  <c:v>-165.7</c:v>
                </c:pt>
                <c:pt idx="70">
                  <c:v>-165.2</c:v>
                </c:pt>
                <c:pt idx="71">
                  <c:v>-164.8</c:v>
                </c:pt>
                <c:pt idx="72">
                  <c:v>-164.4</c:v>
                </c:pt>
                <c:pt idx="73">
                  <c:v>-163.9</c:v>
                </c:pt>
                <c:pt idx="74">
                  <c:v>-163.5</c:v>
                </c:pt>
                <c:pt idx="75">
                  <c:v>-163.19999999999999</c:v>
                </c:pt>
                <c:pt idx="76">
                  <c:v>-162.69999999999999</c:v>
                </c:pt>
                <c:pt idx="77">
                  <c:v>-162.19999999999999</c:v>
                </c:pt>
                <c:pt idx="78">
                  <c:v>-161.69999999999999</c:v>
                </c:pt>
                <c:pt idx="79">
                  <c:v>-161.1</c:v>
                </c:pt>
                <c:pt idx="80">
                  <c:v>-160.80000000000001</c:v>
                </c:pt>
                <c:pt idx="81">
                  <c:v>-160.5</c:v>
                </c:pt>
                <c:pt idx="82">
                  <c:v>-160</c:v>
                </c:pt>
                <c:pt idx="83">
                  <c:v>-159.80000000000001</c:v>
                </c:pt>
                <c:pt idx="84">
                  <c:v>-159.30000000000001</c:v>
                </c:pt>
                <c:pt idx="85">
                  <c:v>-158.9</c:v>
                </c:pt>
                <c:pt idx="86">
                  <c:v>-158.5</c:v>
                </c:pt>
                <c:pt idx="87">
                  <c:v>-159.5</c:v>
                </c:pt>
                <c:pt idx="88">
                  <c:v>-159.19999999999999</c:v>
                </c:pt>
                <c:pt idx="89">
                  <c:v>-159.4</c:v>
                </c:pt>
                <c:pt idx="90">
                  <c:v>-159</c:v>
                </c:pt>
                <c:pt idx="91">
                  <c:v>-158.6</c:v>
                </c:pt>
                <c:pt idx="92">
                  <c:v>-158.19999999999999</c:v>
                </c:pt>
                <c:pt idx="93">
                  <c:v>-157.9</c:v>
                </c:pt>
                <c:pt idx="94">
                  <c:v>-157.6</c:v>
                </c:pt>
                <c:pt idx="95">
                  <c:v>-157.30000000000001</c:v>
                </c:pt>
                <c:pt idx="96">
                  <c:v>-156.9</c:v>
                </c:pt>
                <c:pt idx="97">
                  <c:v>-156.69999999999999</c:v>
                </c:pt>
                <c:pt idx="98">
                  <c:v>-156.69999999999999</c:v>
                </c:pt>
                <c:pt idx="99">
                  <c:v>-157.1</c:v>
                </c:pt>
                <c:pt idx="100">
                  <c:v>-157.19999999999999</c:v>
                </c:pt>
                <c:pt idx="101">
                  <c:v>-157.19999999999999</c:v>
                </c:pt>
                <c:pt idx="102">
                  <c:v>-157.19999999999999</c:v>
                </c:pt>
                <c:pt idx="103">
                  <c:v>-156.80000000000001</c:v>
                </c:pt>
                <c:pt idx="104">
                  <c:v>-156.69999999999999</c:v>
                </c:pt>
                <c:pt idx="105">
                  <c:v>-156.30000000000001</c:v>
                </c:pt>
                <c:pt idx="106">
                  <c:v>-156.1</c:v>
                </c:pt>
                <c:pt idx="107">
                  <c:v>-156.4</c:v>
                </c:pt>
                <c:pt idx="108">
                  <c:v>-156.69999999999999</c:v>
                </c:pt>
                <c:pt idx="109">
                  <c:v>-157.19999999999999</c:v>
                </c:pt>
                <c:pt idx="110">
                  <c:v>-158</c:v>
                </c:pt>
                <c:pt idx="111">
                  <c:v>-159.69999999999999</c:v>
                </c:pt>
                <c:pt idx="112">
                  <c:v>-159.9</c:v>
                </c:pt>
                <c:pt idx="113">
                  <c:v>-160.1</c:v>
                </c:pt>
                <c:pt idx="114">
                  <c:v>-160</c:v>
                </c:pt>
                <c:pt idx="115">
                  <c:v>-159.80000000000001</c:v>
                </c:pt>
                <c:pt idx="116">
                  <c:v>-159.69999999999999</c:v>
                </c:pt>
                <c:pt idx="117">
                  <c:v>-159.5</c:v>
                </c:pt>
                <c:pt idx="118">
                  <c:v>-159.5</c:v>
                </c:pt>
                <c:pt idx="119">
                  <c:v>-159.6</c:v>
                </c:pt>
                <c:pt idx="120">
                  <c:v>-159.9</c:v>
                </c:pt>
                <c:pt idx="121">
                  <c:v>-160.30000000000001</c:v>
                </c:pt>
                <c:pt idx="122">
                  <c:v>-160.4</c:v>
                </c:pt>
                <c:pt idx="123">
                  <c:v>-161</c:v>
                </c:pt>
                <c:pt idx="124">
                  <c:v>-161.4</c:v>
                </c:pt>
                <c:pt idx="125">
                  <c:v>-162.69999999999999</c:v>
                </c:pt>
                <c:pt idx="126">
                  <c:v>-162.5</c:v>
                </c:pt>
                <c:pt idx="127">
                  <c:v>-162.6</c:v>
                </c:pt>
                <c:pt idx="128">
                  <c:v>-163.19999999999999</c:v>
                </c:pt>
                <c:pt idx="129">
                  <c:v>-163.69999999999999</c:v>
                </c:pt>
                <c:pt idx="130">
                  <c:v>-164.1</c:v>
                </c:pt>
                <c:pt idx="131">
                  <c:v>-164.6</c:v>
                </c:pt>
                <c:pt idx="132">
                  <c:v>-165.1</c:v>
                </c:pt>
                <c:pt idx="133">
                  <c:v>-165</c:v>
                </c:pt>
                <c:pt idx="134">
                  <c:v>-165.2</c:v>
                </c:pt>
                <c:pt idx="135">
                  <c:v>-165.7</c:v>
                </c:pt>
                <c:pt idx="136">
                  <c:v>-165.9</c:v>
                </c:pt>
                <c:pt idx="137">
                  <c:v>-167.1</c:v>
                </c:pt>
                <c:pt idx="138">
                  <c:v>-168.9</c:v>
                </c:pt>
                <c:pt idx="139">
                  <c:v>-174.3</c:v>
                </c:pt>
                <c:pt idx="140">
                  <c:v>-177.7</c:v>
                </c:pt>
                <c:pt idx="141">
                  <c:v>-183.1</c:v>
                </c:pt>
                <c:pt idx="142">
                  <c:v>-185.7</c:v>
                </c:pt>
                <c:pt idx="143">
                  <c:v>-187.2</c:v>
                </c:pt>
                <c:pt idx="144">
                  <c:v>-188.8</c:v>
                </c:pt>
                <c:pt idx="145">
                  <c:v>-190.3</c:v>
                </c:pt>
                <c:pt idx="146">
                  <c:v>-191.4</c:v>
                </c:pt>
                <c:pt idx="147">
                  <c:v>-191.3</c:v>
                </c:pt>
                <c:pt idx="148">
                  <c:v>-191.3</c:v>
                </c:pt>
                <c:pt idx="149">
                  <c:v>-191.8</c:v>
                </c:pt>
                <c:pt idx="150">
                  <c:v>-192.3</c:v>
                </c:pt>
                <c:pt idx="151">
                  <c:v>-193</c:v>
                </c:pt>
                <c:pt idx="152">
                  <c:v>-194.2</c:v>
                </c:pt>
                <c:pt idx="153">
                  <c:v>-197.8</c:v>
                </c:pt>
                <c:pt idx="154">
                  <c:v>-222.8</c:v>
                </c:pt>
                <c:pt idx="155">
                  <c:v>-238.2</c:v>
                </c:pt>
                <c:pt idx="156">
                  <c:v>-254</c:v>
                </c:pt>
                <c:pt idx="157">
                  <c:v>-256</c:v>
                </c:pt>
                <c:pt idx="158">
                  <c:v>-255.6</c:v>
                </c:pt>
                <c:pt idx="159">
                  <c:v>-257.2</c:v>
                </c:pt>
                <c:pt idx="160">
                  <c:v>-258.7</c:v>
                </c:pt>
                <c:pt idx="161">
                  <c:v>-262</c:v>
                </c:pt>
                <c:pt idx="162">
                  <c:v>-262</c:v>
                </c:pt>
                <c:pt idx="163">
                  <c:v>-261.5</c:v>
                </c:pt>
                <c:pt idx="164">
                  <c:v>-263.39999999999998</c:v>
                </c:pt>
                <c:pt idx="165">
                  <c:v>-263.2</c:v>
                </c:pt>
                <c:pt idx="166">
                  <c:v>-263.8</c:v>
                </c:pt>
                <c:pt idx="167">
                  <c:v>-264.7</c:v>
                </c:pt>
                <c:pt idx="168">
                  <c:v>-265.2</c:v>
                </c:pt>
                <c:pt idx="169">
                  <c:v>-266.60000000000002</c:v>
                </c:pt>
                <c:pt idx="170">
                  <c:v>-267.2</c:v>
                </c:pt>
                <c:pt idx="171">
                  <c:v>-268.5</c:v>
                </c:pt>
                <c:pt idx="172">
                  <c:v>-270</c:v>
                </c:pt>
                <c:pt idx="173">
                  <c:v>-273.10000000000002</c:v>
                </c:pt>
                <c:pt idx="174">
                  <c:v>-276.60000000000002</c:v>
                </c:pt>
                <c:pt idx="175">
                  <c:v>-278.5</c:v>
                </c:pt>
                <c:pt idx="176">
                  <c:v>-279.3</c:v>
                </c:pt>
                <c:pt idx="177">
                  <c:v>-280.5</c:v>
                </c:pt>
                <c:pt idx="178">
                  <c:v>-281.5</c:v>
                </c:pt>
                <c:pt idx="179">
                  <c:v>-283</c:v>
                </c:pt>
                <c:pt idx="180">
                  <c:v>-284.10000000000002</c:v>
                </c:pt>
                <c:pt idx="181">
                  <c:v>-285.39999999999998</c:v>
                </c:pt>
                <c:pt idx="182">
                  <c:v>-287.8</c:v>
                </c:pt>
                <c:pt idx="183">
                  <c:v>-290</c:v>
                </c:pt>
                <c:pt idx="184">
                  <c:v>-292.5</c:v>
                </c:pt>
                <c:pt idx="185">
                  <c:v>-294.3</c:v>
                </c:pt>
                <c:pt idx="186">
                  <c:v>-295.7</c:v>
                </c:pt>
                <c:pt idx="187">
                  <c:v>-296.60000000000002</c:v>
                </c:pt>
                <c:pt idx="188">
                  <c:v>-297.60000000000002</c:v>
                </c:pt>
                <c:pt idx="189">
                  <c:v>-299.2</c:v>
                </c:pt>
                <c:pt idx="190">
                  <c:v>-300.2</c:v>
                </c:pt>
                <c:pt idx="191">
                  <c:v>-301.3</c:v>
                </c:pt>
                <c:pt idx="192">
                  <c:v>-302</c:v>
                </c:pt>
                <c:pt idx="193">
                  <c:v>-303.2</c:v>
                </c:pt>
                <c:pt idx="194">
                  <c:v>-304.3</c:v>
                </c:pt>
                <c:pt idx="195">
                  <c:v>-305.39999999999998</c:v>
                </c:pt>
                <c:pt idx="196">
                  <c:v>-307.10000000000002</c:v>
                </c:pt>
                <c:pt idx="197">
                  <c:v>-308.2</c:v>
                </c:pt>
                <c:pt idx="198">
                  <c:v>-308.3</c:v>
                </c:pt>
                <c:pt idx="199">
                  <c:v>-308.2</c:v>
                </c:pt>
                <c:pt idx="200">
                  <c:v>-307.8</c:v>
                </c:pt>
                <c:pt idx="201">
                  <c:v>-307.39999999999998</c:v>
                </c:pt>
                <c:pt idx="202">
                  <c:v>-307</c:v>
                </c:pt>
                <c:pt idx="203">
                  <c:v>-307</c:v>
                </c:pt>
                <c:pt idx="204">
                  <c:v>-306.8</c:v>
                </c:pt>
                <c:pt idx="205">
                  <c:v>-306.8</c:v>
                </c:pt>
                <c:pt idx="206">
                  <c:v>-306.60000000000002</c:v>
                </c:pt>
                <c:pt idx="207">
                  <c:v>-306.39999999999998</c:v>
                </c:pt>
                <c:pt idx="208">
                  <c:v>-306.3</c:v>
                </c:pt>
                <c:pt idx="209">
                  <c:v>-306.10000000000002</c:v>
                </c:pt>
                <c:pt idx="210">
                  <c:v>-305.89999999999998</c:v>
                </c:pt>
                <c:pt idx="211">
                  <c:v>-305.7</c:v>
                </c:pt>
                <c:pt idx="212">
                  <c:v>-305.5</c:v>
                </c:pt>
                <c:pt idx="213">
                  <c:v>-305.3</c:v>
                </c:pt>
                <c:pt idx="214">
                  <c:v>-305</c:v>
                </c:pt>
                <c:pt idx="215">
                  <c:v>-304.8</c:v>
                </c:pt>
                <c:pt idx="216">
                  <c:v>-304.60000000000002</c:v>
                </c:pt>
                <c:pt idx="217">
                  <c:v>-304.39999999999998</c:v>
                </c:pt>
                <c:pt idx="218">
                  <c:v>-304.2</c:v>
                </c:pt>
                <c:pt idx="219">
                  <c:v>-304.10000000000002</c:v>
                </c:pt>
                <c:pt idx="220">
                  <c:v>-304.10000000000002</c:v>
                </c:pt>
                <c:pt idx="221">
                  <c:v>-304</c:v>
                </c:pt>
                <c:pt idx="222">
                  <c:v>-304</c:v>
                </c:pt>
                <c:pt idx="223">
                  <c:v>-304</c:v>
                </c:pt>
                <c:pt idx="224">
                  <c:v>-304</c:v>
                </c:pt>
                <c:pt idx="225">
                  <c:v>-303.8</c:v>
                </c:pt>
                <c:pt idx="226">
                  <c:v>-303.7</c:v>
                </c:pt>
                <c:pt idx="227">
                  <c:v>-303.5</c:v>
                </c:pt>
                <c:pt idx="228">
                  <c:v>-303.3</c:v>
                </c:pt>
                <c:pt idx="229">
                  <c:v>-303.10000000000002</c:v>
                </c:pt>
                <c:pt idx="230">
                  <c:v>-303.10000000000002</c:v>
                </c:pt>
                <c:pt idx="231">
                  <c:v>-302.8</c:v>
                </c:pt>
                <c:pt idx="232">
                  <c:v>-302.60000000000002</c:v>
                </c:pt>
                <c:pt idx="233">
                  <c:v>-302.39999999999998</c:v>
                </c:pt>
                <c:pt idx="234">
                  <c:v>-302.10000000000002</c:v>
                </c:pt>
                <c:pt idx="235">
                  <c:v>-301.8</c:v>
                </c:pt>
                <c:pt idx="236">
                  <c:v>-301.60000000000002</c:v>
                </c:pt>
                <c:pt idx="237">
                  <c:v>-301.60000000000002</c:v>
                </c:pt>
                <c:pt idx="238">
                  <c:v>-301.39999999999998</c:v>
                </c:pt>
                <c:pt idx="239">
                  <c:v>-301.2</c:v>
                </c:pt>
                <c:pt idx="240">
                  <c:v>-301</c:v>
                </c:pt>
                <c:pt idx="241">
                  <c:v>-301</c:v>
                </c:pt>
                <c:pt idx="242">
                  <c:v>-300.8</c:v>
                </c:pt>
                <c:pt idx="243">
                  <c:v>-301</c:v>
                </c:pt>
                <c:pt idx="244">
                  <c:v>-301.10000000000002</c:v>
                </c:pt>
                <c:pt idx="245">
                  <c:v>-301.2</c:v>
                </c:pt>
                <c:pt idx="246">
                  <c:v>-301.10000000000002</c:v>
                </c:pt>
                <c:pt idx="247">
                  <c:v>-301</c:v>
                </c:pt>
                <c:pt idx="248">
                  <c:v>-300.8</c:v>
                </c:pt>
                <c:pt idx="249">
                  <c:v>-300.39999999999998</c:v>
                </c:pt>
                <c:pt idx="250">
                  <c:v>-300.3</c:v>
                </c:pt>
                <c:pt idx="251">
                  <c:v>-300.10000000000002</c:v>
                </c:pt>
                <c:pt idx="252">
                  <c:v>-300</c:v>
                </c:pt>
                <c:pt idx="253">
                  <c:v>-299.8</c:v>
                </c:pt>
                <c:pt idx="254">
                  <c:v>-299.7</c:v>
                </c:pt>
                <c:pt idx="255">
                  <c:v>-299.60000000000002</c:v>
                </c:pt>
                <c:pt idx="256">
                  <c:v>-299.39999999999998</c:v>
                </c:pt>
                <c:pt idx="257">
                  <c:v>-299.3</c:v>
                </c:pt>
                <c:pt idx="258">
                  <c:v>-299.10000000000002</c:v>
                </c:pt>
                <c:pt idx="259">
                  <c:v>-298.8</c:v>
                </c:pt>
                <c:pt idx="260">
                  <c:v>-298.5</c:v>
                </c:pt>
                <c:pt idx="261">
                  <c:v>-298.39999999999998</c:v>
                </c:pt>
                <c:pt idx="262">
                  <c:v>-298.39999999999998</c:v>
                </c:pt>
                <c:pt idx="263">
                  <c:v>-298.5</c:v>
                </c:pt>
                <c:pt idx="264">
                  <c:v>-298.60000000000002</c:v>
                </c:pt>
                <c:pt idx="265">
                  <c:v>-298.60000000000002</c:v>
                </c:pt>
                <c:pt idx="266">
                  <c:v>-298.60000000000002</c:v>
                </c:pt>
                <c:pt idx="267">
                  <c:v>-298.7</c:v>
                </c:pt>
                <c:pt idx="268">
                  <c:v>-298.60000000000002</c:v>
                </c:pt>
                <c:pt idx="269">
                  <c:v>-298.5</c:v>
                </c:pt>
                <c:pt idx="270">
                  <c:v>-298.5</c:v>
                </c:pt>
                <c:pt idx="271">
                  <c:v>-298.39999999999998</c:v>
                </c:pt>
                <c:pt idx="272">
                  <c:v>-298.3</c:v>
                </c:pt>
                <c:pt idx="273">
                  <c:v>-298.2</c:v>
                </c:pt>
                <c:pt idx="274">
                  <c:v>-298.10000000000002</c:v>
                </c:pt>
                <c:pt idx="275">
                  <c:v>-297.8</c:v>
                </c:pt>
                <c:pt idx="276">
                  <c:v>-297.3</c:v>
                </c:pt>
                <c:pt idx="277">
                  <c:v>-297.10000000000002</c:v>
                </c:pt>
                <c:pt idx="278">
                  <c:v>-297</c:v>
                </c:pt>
                <c:pt idx="279">
                  <c:v>-296.8</c:v>
                </c:pt>
                <c:pt idx="280">
                  <c:v>-296.60000000000002</c:v>
                </c:pt>
                <c:pt idx="281">
                  <c:v>-296.39999999999998</c:v>
                </c:pt>
                <c:pt idx="282">
                  <c:v>-296.3</c:v>
                </c:pt>
                <c:pt idx="283">
                  <c:v>-296.10000000000002</c:v>
                </c:pt>
                <c:pt idx="284">
                  <c:v>-296</c:v>
                </c:pt>
                <c:pt idx="285">
                  <c:v>-295.89999999999998</c:v>
                </c:pt>
                <c:pt idx="286">
                  <c:v>-295.7</c:v>
                </c:pt>
                <c:pt idx="287">
                  <c:v>-295.60000000000002</c:v>
                </c:pt>
                <c:pt idx="288">
                  <c:v>-295.60000000000002</c:v>
                </c:pt>
                <c:pt idx="289">
                  <c:v>-295.39999999999998</c:v>
                </c:pt>
                <c:pt idx="290">
                  <c:v>-295.3</c:v>
                </c:pt>
                <c:pt idx="291">
                  <c:v>-295.3</c:v>
                </c:pt>
                <c:pt idx="292">
                  <c:v>-295.39999999999998</c:v>
                </c:pt>
                <c:pt idx="293">
                  <c:v>-295.39999999999998</c:v>
                </c:pt>
                <c:pt idx="294">
                  <c:v>-295.3</c:v>
                </c:pt>
                <c:pt idx="295">
                  <c:v>-295.3</c:v>
                </c:pt>
                <c:pt idx="296">
                  <c:v>-295.3</c:v>
                </c:pt>
                <c:pt idx="297">
                  <c:v>-295.2</c:v>
                </c:pt>
                <c:pt idx="298">
                  <c:v>-295</c:v>
                </c:pt>
                <c:pt idx="299">
                  <c:v>-294.89999999999998</c:v>
                </c:pt>
                <c:pt idx="300">
                  <c:v>-294.7</c:v>
                </c:pt>
                <c:pt idx="301">
                  <c:v>-294.39999999999998</c:v>
                </c:pt>
                <c:pt idx="302">
                  <c:v>-294.3</c:v>
                </c:pt>
                <c:pt idx="303">
                  <c:v>-294.10000000000002</c:v>
                </c:pt>
                <c:pt idx="304">
                  <c:v>-294</c:v>
                </c:pt>
                <c:pt idx="305">
                  <c:v>-293.89999999999998</c:v>
                </c:pt>
                <c:pt idx="306">
                  <c:v>-293.89999999999998</c:v>
                </c:pt>
                <c:pt idx="307">
                  <c:v>-293.89999999999998</c:v>
                </c:pt>
                <c:pt idx="308">
                  <c:v>-293.8</c:v>
                </c:pt>
                <c:pt idx="309">
                  <c:v>-293.8</c:v>
                </c:pt>
                <c:pt idx="310">
                  <c:v>-293.8</c:v>
                </c:pt>
                <c:pt idx="311">
                  <c:v>-293.8</c:v>
                </c:pt>
                <c:pt idx="312">
                  <c:v>-293.7</c:v>
                </c:pt>
                <c:pt idx="313">
                  <c:v>-293.60000000000002</c:v>
                </c:pt>
                <c:pt idx="314">
                  <c:v>-293.39999999999998</c:v>
                </c:pt>
                <c:pt idx="315">
                  <c:v>-293.39999999999998</c:v>
                </c:pt>
                <c:pt idx="316">
                  <c:v>-293.3</c:v>
                </c:pt>
                <c:pt idx="317">
                  <c:v>-293.3</c:v>
                </c:pt>
                <c:pt idx="318">
                  <c:v>-293.2</c:v>
                </c:pt>
                <c:pt idx="319">
                  <c:v>-292.8</c:v>
                </c:pt>
                <c:pt idx="320">
                  <c:v>-292.89999999999998</c:v>
                </c:pt>
                <c:pt idx="321">
                  <c:v>-292.89999999999998</c:v>
                </c:pt>
                <c:pt idx="322">
                  <c:v>-293</c:v>
                </c:pt>
                <c:pt idx="323">
                  <c:v>-293</c:v>
                </c:pt>
                <c:pt idx="324">
                  <c:v>-293.10000000000002</c:v>
                </c:pt>
                <c:pt idx="325">
                  <c:v>-293.10000000000002</c:v>
                </c:pt>
                <c:pt idx="326">
                  <c:v>-293.2</c:v>
                </c:pt>
                <c:pt idx="327">
                  <c:v>-293.3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988-4A53-8A19-3EE634BD71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reversion</c:v>
                </c:pt>
              </c:strCache>
            </c:strRef>
          </c:tx>
          <c:spPr>
            <a:solidFill>
              <a:srgbClr val="C98A1B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0" i="0" u="none" strike="noStrike">
                    <a:solidFill>
                      <a:srgbClr val="1D1D1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|z| 1.5-2.0</c:v>
                </c:pt>
                <c:pt idx="1">
                  <c:v>|z| 2.0-3.0</c:v>
                </c:pt>
                <c:pt idx="2">
                  <c:v>|z| 3.0+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5.2</c:v>
                </c:pt>
                <c:pt idx="1">
                  <c:v>7.7</c:v>
                </c:pt>
                <c:pt idx="2">
                  <c:v>42.5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1C-408D-A339-862220B96F9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round-trip cost</c:v>
                </c:pt>
              </c:strCache>
            </c:strRef>
          </c:tx>
          <c:spPr>
            <a:solidFill>
              <a:srgbClr val="5B6573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0" i="0" u="none" strike="noStrike">
                    <a:solidFill>
                      <a:srgbClr val="1D1D1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|z| 1.5-2.0</c:v>
                </c:pt>
                <c:pt idx="1">
                  <c:v>|z| 2.0-3.0</c:v>
                </c:pt>
                <c:pt idx="2">
                  <c:v>|z| 3.0+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36.5</c:v>
                </c:pt>
                <c:pt idx="1">
                  <c:v>47.2</c:v>
                </c:pt>
                <c:pt idx="2">
                  <c:v>88.1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1C-408D-A339-862220B96F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D1D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500">
              <a:solidFill>
                <a:srgbClr val="1D1D1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5081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[Member Name] placeholders and adjust roles. Roles shown are suggestions.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 circle sizes are illustrative (sqrt-scaled by grams), not to scale. GOLDM 100 g / GOLDTEN 10 g / GOLDGUINEA 8 g / GOLDPETAL 1 g per the problem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 is a synthetic illustration of the alert concept, not real MCX data. Replace with a real spread chart once the backtest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from results/summary.json (data 2023-01-02 to 2026-09-24). Reversion is measured from the next settlement over 5 trading days. Break-even cost = multiple of the ASSUMED cost model at which fixed-parameter P&amp;L is zero. Walk-forward net -3.07M INR, gross -2.30M INR, 24 trades, 1,000 g per leg. Costs are modelled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from web search: futures ADT Rs 64,407 cr in FY26 vs Rs 27,153 cr in FY25; gold+silver = 77% of futures turnover. 2.4x is computed (64,407/27,153). Source: https://www.icicidirect.com/mailcontent/idirect_mcx_q3fy26.pdf . Verify against the primary MCX filing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chart" Target="../charts/chart1.xml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3.png"/><Relationship Id="rId5" Type="http://schemas.openxmlformats.org/officeDocument/2006/relationships/image" Target="../media/image5.png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1.png"/><Relationship Id="rId5" Type="http://schemas.openxmlformats.org/officeDocument/2006/relationships/image" Target="../media/image17.png"/><Relationship Id="rId10" Type="http://schemas.openxmlformats.org/officeDocument/2006/relationships/image" Target="../media/image10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4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nner_b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40919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43434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</a:t>
            </a:r>
            <a:endParaRPr lang="en-US" sz="5400" dirty="0"/>
          </a:p>
        </p:txBody>
      </p:sp>
      <p:sp>
        <p:nvSpPr>
          <p:cNvPr id="4" name="Shape 1"/>
          <p:cNvSpPr/>
          <p:nvPr/>
        </p:nvSpPr>
        <p:spPr>
          <a:xfrm>
            <a:off x="1188720" y="5760720"/>
            <a:ext cx="6309360" cy="3657600"/>
          </a:xfrm>
          <a:prstGeom prst="roundRect">
            <a:avLst>
              <a:gd name="adj" fmla="val 5000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6172200"/>
            <a:ext cx="777240" cy="7772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600200" y="70408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ASSAY</a:t>
            </a:r>
            <a:endParaRPr lang="en-US" sz="6000" dirty="0"/>
          </a:p>
        </p:txBody>
      </p:sp>
      <p:sp>
        <p:nvSpPr>
          <p:cNvPr id="7" name="Text 3"/>
          <p:cNvSpPr txBox="1"/>
          <p:nvPr/>
        </p:nvSpPr>
        <p:spPr>
          <a:xfrm>
            <a:off x="1600200" y="81838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i="1" dirty="0">
                <a:solidFill>
                  <a:srgbClr val="F6E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gold spread real,</a:t>
            </a:r>
            <a:endParaRPr lang="en-US" sz="2400" dirty="0"/>
          </a:p>
          <a:p>
            <a:pPr marL="0" indent="0">
              <a:buNone/>
            </a:pPr>
            <a:r>
              <a:rPr lang="en-US" sz="2400" i="1" dirty="0">
                <a:solidFill>
                  <a:srgbClr val="F6E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just noise?</a:t>
            </a:r>
            <a:endParaRPr lang="en-US" sz="2400" dirty="0"/>
          </a:p>
        </p:txBody>
      </p:sp>
      <p:sp>
        <p:nvSpPr>
          <p:cNvPr id="14" name="Shape 9"/>
          <p:cNvSpPr/>
          <p:nvPr/>
        </p:nvSpPr>
        <p:spPr>
          <a:xfrm>
            <a:off x="8275320" y="5760720"/>
            <a:ext cx="2926080" cy="3657600"/>
          </a:xfrm>
          <a:prstGeom prst="roundRect">
            <a:avLst>
              <a:gd name="adj" fmla="val 5625"/>
            </a:avLst>
          </a:prstGeom>
          <a:solidFill>
            <a:srgbClr val="FBF6EC"/>
          </a:solidFill>
          <a:ln w="12700">
            <a:solidFill>
              <a:srgbClr val="F6E7C8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9098280" y="6217920"/>
            <a:ext cx="1280160" cy="1280160"/>
          </a:xfrm>
          <a:prstGeom prst="ellipse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0" y="6537960"/>
            <a:ext cx="640080" cy="6400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412480" y="7772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Trivedi</a:t>
            </a:r>
            <a:endParaRPr lang="en-US" sz="220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959EFC40-3652-2112-3DE8-31743AA2B54F}"/>
              </a:ext>
            </a:extLst>
          </p:cNvPr>
          <p:cNvSpPr txBox="1"/>
          <p:nvPr/>
        </p:nvSpPr>
        <p:spPr>
          <a:xfrm>
            <a:off x="8481060" y="82767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</a:t>
            </a:r>
            <a:r>
              <a:rPr lang="en-US" sz="1500" b="1" dirty="0" err="1">
                <a:solidFill>
                  <a:srgbClr val="8A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</a:t>
            </a:r>
            <a:endParaRPr lang="en-US" sz="1500" b="1" dirty="0">
              <a:solidFill>
                <a:srgbClr val="8A5A0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858DFF79-85A1-A80F-0850-F624BC3A33F1}"/>
              </a:ext>
            </a:extLst>
          </p:cNvPr>
          <p:cNvSpPr txBox="1"/>
          <p:nvPr/>
        </p:nvSpPr>
        <p:spPr>
          <a:xfrm>
            <a:off x="8412480" y="854020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dashboard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nner_th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20426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417320"/>
            <a:ext cx="1645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 &amp; THEME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914400" y="2788920"/>
            <a:ext cx="2468880" cy="2468880"/>
          </a:xfrm>
          <a:prstGeom prst="ellipse">
            <a:avLst/>
          </a:prstGeom>
          <a:solidFill>
            <a:srgbClr val="C98A1B"/>
          </a:solidFill>
          <a:ln w="25400">
            <a:solidFill>
              <a:srgbClr val="8A5A0B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914400" y="278892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g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3675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GOLDM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840480" y="3657600"/>
            <a:ext cx="1600200" cy="1600200"/>
          </a:xfrm>
          <a:prstGeom prst="ellipse">
            <a:avLst/>
          </a:prstGeom>
          <a:solidFill>
            <a:srgbClr val="C98A1B"/>
          </a:solidFill>
          <a:ln w="25400">
            <a:solidFill>
              <a:srgbClr val="8A5A0B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3840480" y="365760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53675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GOLDTEN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897880" y="3794760"/>
            <a:ext cx="1463040" cy="1463040"/>
          </a:xfrm>
          <a:prstGeom prst="ellipse">
            <a:avLst/>
          </a:prstGeom>
          <a:solidFill>
            <a:srgbClr val="C98A1B"/>
          </a:solidFill>
          <a:ln w="25400">
            <a:solidFill>
              <a:srgbClr val="8A5A0B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897880" y="37947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5623560" y="53675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GOLDGUINEA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818120" y="4389120"/>
            <a:ext cx="868680" cy="868680"/>
          </a:xfrm>
          <a:prstGeom prst="ellipse">
            <a:avLst/>
          </a:prstGeom>
          <a:solidFill>
            <a:srgbClr val="C98A1B"/>
          </a:solidFill>
          <a:ln w="25400">
            <a:solidFill>
              <a:srgbClr val="8A5A0B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818120" y="4389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543800" y="53675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GOLDPETAL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2240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A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contracts · 1 metal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9555480" y="3657600"/>
            <a:ext cx="640080" cy="822960"/>
          </a:xfrm>
          <a:prstGeom prst="chevron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515600" y="2514600"/>
            <a:ext cx="6949440" cy="3291840"/>
          </a:xfrm>
          <a:prstGeom prst="roundRect">
            <a:avLst>
              <a:gd name="adj" fmla="val 5556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2834640"/>
            <a:ext cx="1005840" cy="100584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2252960" y="27889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gold.</a:t>
            </a:r>
            <a:endParaRPr lang="en-US" sz="2800" dirty="0"/>
          </a:p>
        </p:txBody>
      </p:sp>
      <p:sp>
        <p:nvSpPr>
          <p:cNvPr id="21" name="Text 17"/>
          <p:cNvSpPr txBox="1"/>
          <p:nvPr/>
        </p:nvSpPr>
        <p:spPr>
          <a:xfrm>
            <a:off x="12252960" y="33375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price?</a:t>
            </a:r>
            <a:endParaRPr lang="en-US" sz="3400" dirty="0"/>
          </a:p>
        </p:txBody>
      </p:sp>
      <p:sp>
        <p:nvSpPr>
          <p:cNvPr id="22" name="Text 18"/>
          <p:cNvSpPr txBox="1"/>
          <p:nvPr/>
        </p:nvSpPr>
        <p:spPr>
          <a:xfrm>
            <a:off x="10972800" y="448056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6E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 ·  purity  ·  quote base</a:t>
            </a:r>
            <a:endParaRPr lang="en-US" sz="2200" dirty="0"/>
          </a:p>
        </p:txBody>
      </p:sp>
      <p:sp>
        <p:nvSpPr>
          <p:cNvPr id="23" name="Text 19"/>
          <p:cNvSpPr txBox="1"/>
          <p:nvPr/>
        </p:nvSpPr>
        <p:spPr>
          <a:xfrm>
            <a:off x="10972800" y="49834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6E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 across every contract</a:t>
            </a:r>
            <a:endParaRPr lang="en-US" sz="2200" dirty="0"/>
          </a:p>
        </p:txBody>
      </p:sp>
      <p:sp>
        <p:nvSpPr>
          <p:cNvPr id="24" name="Shape 20"/>
          <p:cNvSpPr/>
          <p:nvPr/>
        </p:nvSpPr>
        <p:spPr>
          <a:xfrm>
            <a:off x="822960" y="6400800"/>
            <a:ext cx="5394960" cy="32004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6E9ED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1188720" y="6766560"/>
            <a:ext cx="914400" cy="914400"/>
          </a:xfrm>
          <a:prstGeom prst="ellipse">
            <a:avLst/>
          </a:prstGeom>
          <a:solidFill>
            <a:srgbClr val="B5482F"/>
          </a:solidFill>
          <a:ln w="12700">
            <a:solidFill>
              <a:srgbClr val="B5482F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6995160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2331720" y="67665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548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</a:t>
            </a:r>
            <a:endParaRPr lang="en-US" sz="2200" dirty="0"/>
          </a:p>
        </p:txBody>
      </p:sp>
      <p:sp>
        <p:nvSpPr>
          <p:cNvPr id="28" name="Text 23"/>
          <p:cNvSpPr txBox="1"/>
          <p:nvPr/>
        </p:nvSpPr>
        <p:spPr>
          <a:xfrm>
            <a:off x="1188720" y="790956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rigorous way to tell a real mispricing from noise</a:t>
            </a:r>
            <a:endParaRPr lang="en-US" sz="2400" dirty="0"/>
          </a:p>
        </p:txBody>
      </p:sp>
      <p:sp>
        <p:nvSpPr>
          <p:cNvPr id="29" name="Shape 24"/>
          <p:cNvSpPr/>
          <p:nvPr/>
        </p:nvSpPr>
        <p:spPr>
          <a:xfrm>
            <a:off x="6537960" y="6400800"/>
            <a:ext cx="5394960" cy="32004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6E9ED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903720" y="6766560"/>
            <a:ext cx="914400" cy="914400"/>
          </a:xfrm>
          <a:prstGeom prst="ellipse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6995160"/>
            <a:ext cx="457200" cy="45720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8046720" y="67665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8A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</a:t>
            </a:r>
            <a:endParaRPr lang="en-US" sz="2200" dirty="0"/>
          </a:p>
        </p:txBody>
      </p:sp>
      <p:sp>
        <p:nvSpPr>
          <p:cNvPr id="33" name="Text 27"/>
          <p:cNvSpPr txBox="1"/>
          <p:nvPr/>
        </p:nvSpPr>
        <p:spPr>
          <a:xfrm>
            <a:off x="6903720" y="790956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signals lose money to fees and thin liquidity</a:t>
            </a:r>
            <a:endParaRPr lang="en-US" sz="2400" dirty="0"/>
          </a:p>
        </p:txBody>
      </p:sp>
      <p:sp>
        <p:nvSpPr>
          <p:cNvPr id="34" name="Shape 28"/>
          <p:cNvSpPr/>
          <p:nvPr/>
        </p:nvSpPr>
        <p:spPr>
          <a:xfrm>
            <a:off x="12252960" y="6400800"/>
            <a:ext cx="5394960" cy="32004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6E9ED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12618720" y="6766560"/>
            <a:ext cx="914400" cy="914400"/>
          </a:xfrm>
          <a:prstGeom prst="ellipse">
            <a:avLst/>
          </a:prstGeom>
          <a:solidFill>
            <a:srgbClr val="5B6573"/>
          </a:solidFill>
          <a:ln w="12700">
            <a:solidFill>
              <a:srgbClr val="5B6573"/>
            </a:solidFill>
            <a:prstDash val="solid"/>
          </a:ln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47320" y="6995160"/>
            <a:ext cx="457200" cy="45720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3761720" y="67665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65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THEME ALIGNMENT</a:t>
            </a:r>
            <a:endParaRPr lang="en-US" sz="2200" dirty="0"/>
          </a:p>
        </p:txBody>
      </p:sp>
      <p:sp>
        <p:nvSpPr>
          <p:cNvPr id="38" name="Text 31"/>
          <p:cNvSpPr txBox="1"/>
          <p:nvPr/>
        </p:nvSpPr>
        <p:spPr>
          <a:xfrm>
            <a:off x="12618720" y="790956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 on India's public commodity data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nner_th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20426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417320"/>
            <a:ext cx="1645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194560"/>
            <a:ext cx="1664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Assay turns MCX settlement data into cost-aware, validated relative-value signals.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822960" y="3017520"/>
            <a:ext cx="5486400" cy="868680"/>
          </a:xfrm>
          <a:prstGeom prst="roundRect">
            <a:avLst>
              <a:gd name="adj" fmla="val 49474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264408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783080" y="30175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of costs</a:t>
            </a:r>
            <a:endParaRPr lang="en-US" sz="2100" dirty="0"/>
          </a:p>
        </p:txBody>
      </p:sp>
      <p:sp>
        <p:nvSpPr>
          <p:cNvPr id="8" name="Shape 4"/>
          <p:cNvSpPr/>
          <p:nvPr/>
        </p:nvSpPr>
        <p:spPr>
          <a:xfrm>
            <a:off x="6400800" y="3017520"/>
            <a:ext cx="5486400" cy="868680"/>
          </a:xfrm>
          <a:prstGeom prst="roundRect">
            <a:avLst>
              <a:gd name="adj" fmla="val 49474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3264408"/>
            <a:ext cx="384048" cy="38404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360920" y="30175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from gold beta</a:t>
            </a:r>
            <a:endParaRPr lang="en-US" sz="2100" dirty="0"/>
          </a:p>
        </p:txBody>
      </p:sp>
      <p:sp>
        <p:nvSpPr>
          <p:cNvPr id="11" name="Shape 6"/>
          <p:cNvSpPr/>
          <p:nvPr/>
        </p:nvSpPr>
        <p:spPr>
          <a:xfrm>
            <a:off x="11978640" y="3017520"/>
            <a:ext cx="5486400" cy="868680"/>
          </a:xfrm>
          <a:prstGeom prst="roundRect">
            <a:avLst>
              <a:gd name="adj" fmla="val 49474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0" y="3264408"/>
            <a:ext cx="384048" cy="38404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938760" y="30175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“no edge”</a:t>
            </a:r>
            <a:endParaRPr lang="en-US" sz="2100" dirty="0"/>
          </a:p>
        </p:txBody>
      </p:sp>
      <p:sp>
        <p:nvSpPr>
          <p:cNvPr id="14" name="Shape 8"/>
          <p:cNvSpPr/>
          <p:nvPr/>
        </p:nvSpPr>
        <p:spPr>
          <a:xfrm>
            <a:off x="822960" y="4251960"/>
            <a:ext cx="8138160" cy="53492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6E9ED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9"/>
          <p:cNvSpPr txBox="1"/>
          <p:nvPr/>
        </p:nvSpPr>
        <p:spPr>
          <a:xfrm>
            <a:off x="1188720" y="4434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GOLDTEN / GOLDPETAL spread (bps)  ·  real MCX data</a:t>
            </a:r>
            <a:endParaRPr lang="en-US" sz="18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1097280" y="4892040"/>
          <a:ext cx="7589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7" name="Text 10"/>
          <p:cNvSpPr txBox="1"/>
          <p:nvPr/>
        </p:nvSpPr>
        <p:spPr>
          <a:xfrm>
            <a:off x="1188720" y="89154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2025 → Sep 2026  ·  red = ±3σ of past spreads  ·  Jan 2026 crash breaks the band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9326880" y="4251960"/>
            <a:ext cx="4023360" cy="1691640"/>
          </a:xfrm>
          <a:prstGeom prst="roundRect">
            <a:avLst>
              <a:gd name="adj" fmla="val 9730"/>
            </a:avLst>
          </a:prstGeom>
          <a:solidFill>
            <a:srgbClr val="FBF6EC"/>
          </a:solidFill>
          <a:ln w="12700">
            <a:solidFill>
              <a:srgbClr val="F6E7C8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9601200" y="4636008"/>
            <a:ext cx="914400" cy="914400"/>
          </a:xfrm>
          <a:prstGeom prst="ellipse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9800" y="4864608"/>
            <a:ext cx="457200" cy="45720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0698480" y="425196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normalization</a:t>
            </a:r>
            <a:endParaRPr lang="en-US" sz="2000" dirty="0"/>
          </a:p>
        </p:txBody>
      </p:sp>
      <p:sp>
        <p:nvSpPr>
          <p:cNvPr id="22" name="Shape 14"/>
          <p:cNvSpPr/>
          <p:nvPr/>
        </p:nvSpPr>
        <p:spPr>
          <a:xfrm>
            <a:off x="13624560" y="4251960"/>
            <a:ext cx="4023360" cy="1691640"/>
          </a:xfrm>
          <a:prstGeom prst="roundRect">
            <a:avLst>
              <a:gd name="adj" fmla="val 9730"/>
            </a:avLst>
          </a:prstGeom>
          <a:solidFill>
            <a:srgbClr val="FBF6EC"/>
          </a:solidFill>
          <a:ln w="12700">
            <a:solidFill>
              <a:srgbClr val="F6E7C8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13898880" y="4636008"/>
            <a:ext cx="914400" cy="914400"/>
          </a:xfrm>
          <a:prstGeom prst="ellipse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127480" y="4864608"/>
            <a:ext cx="457200" cy="45720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4996160" y="425196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z-scores</a:t>
            </a:r>
            <a:endParaRPr lang="en-US" sz="2000" dirty="0"/>
          </a:p>
        </p:txBody>
      </p:sp>
      <p:sp>
        <p:nvSpPr>
          <p:cNvPr id="26" name="Shape 17"/>
          <p:cNvSpPr/>
          <p:nvPr/>
        </p:nvSpPr>
        <p:spPr>
          <a:xfrm>
            <a:off x="9326880" y="6080760"/>
            <a:ext cx="4023360" cy="1691640"/>
          </a:xfrm>
          <a:prstGeom prst="roundRect">
            <a:avLst>
              <a:gd name="adj" fmla="val 9730"/>
            </a:avLst>
          </a:prstGeom>
          <a:solidFill>
            <a:srgbClr val="FBF6EC"/>
          </a:solidFill>
          <a:ln w="12700">
            <a:solidFill>
              <a:srgbClr val="F6E7C8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18"/>
          <p:cNvSpPr/>
          <p:nvPr/>
        </p:nvSpPr>
        <p:spPr>
          <a:xfrm>
            <a:off x="9601200" y="6464808"/>
            <a:ext cx="914400" cy="914400"/>
          </a:xfrm>
          <a:prstGeom prst="ellipse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9800" y="6693408"/>
            <a:ext cx="457200" cy="45720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0698480" y="608076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structure &amp; carry</a:t>
            </a:r>
            <a:endParaRPr lang="en-US" sz="2000" dirty="0"/>
          </a:p>
        </p:txBody>
      </p:sp>
      <p:sp>
        <p:nvSpPr>
          <p:cNvPr id="30" name="Shape 20"/>
          <p:cNvSpPr/>
          <p:nvPr/>
        </p:nvSpPr>
        <p:spPr>
          <a:xfrm>
            <a:off x="13624560" y="6080760"/>
            <a:ext cx="4023360" cy="1691640"/>
          </a:xfrm>
          <a:prstGeom prst="roundRect">
            <a:avLst>
              <a:gd name="adj" fmla="val 9730"/>
            </a:avLst>
          </a:prstGeom>
          <a:solidFill>
            <a:srgbClr val="FBF6EC"/>
          </a:solidFill>
          <a:ln w="12700">
            <a:solidFill>
              <a:srgbClr val="F6E7C8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1"/>
          <p:cNvSpPr/>
          <p:nvPr/>
        </p:nvSpPr>
        <p:spPr>
          <a:xfrm>
            <a:off x="13898880" y="6464808"/>
            <a:ext cx="914400" cy="914400"/>
          </a:xfrm>
          <a:prstGeom prst="ellipse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127480" y="6693408"/>
            <a:ext cx="457200" cy="457200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14996160" y="608076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backtest</a:t>
            </a:r>
            <a:endParaRPr lang="en-US" sz="2000" dirty="0"/>
          </a:p>
        </p:txBody>
      </p:sp>
      <p:sp>
        <p:nvSpPr>
          <p:cNvPr id="34" name="Shape 23"/>
          <p:cNvSpPr/>
          <p:nvPr/>
        </p:nvSpPr>
        <p:spPr>
          <a:xfrm>
            <a:off x="9326880" y="7909560"/>
            <a:ext cx="4023360" cy="1691640"/>
          </a:xfrm>
          <a:prstGeom prst="roundRect">
            <a:avLst>
              <a:gd name="adj" fmla="val 9730"/>
            </a:avLst>
          </a:prstGeom>
          <a:solidFill>
            <a:srgbClr val="FBF6EC"/>
          </a:solidFill>
          <a:ln w="12700">
            <a:solidFill>
              <a:srgbClr val="F6E7C8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24"/>
          <p:cNvSpPr/>
          <p:nvPr/>
        </p:nvSpPr>
        <p:spPr>
          <a:xfrm>
            <a:off x="9601200" y="8293608"/>
            <a:ext cx="914400" cy="914400"/>
          </a:xfrm>
          <a:prstGeom prst="ellipse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29800" y="8522208"/>
            <a:ext cx="457200" cy="457200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10698480" y="790956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calendar</a:t>
            </a:r>
            <a:endParaRPr lang="en-US" sz="2000" dirty="0"/>
          </a:p>
        </p:txBody>
      </p:sp>
      <p:sp>
        <p:nvSpPr>
          <p:cNvPr id="38" name="Shape 26"/>
          <p:cNvSpPr/>
          <p:nvPr/>
        </p:nvSpPr>
        <p:spPr>
          <a:xfrm>
            <a:off x="13624560" y="7909560"/>
            <a:ext cx="4023360" cy="1691640"/>
          </a:xfrm>
          <a:prstGeom prst="roundRect">
            <a:avLst>
              <a:gd name="adj" fmla="val 9730"/>
            </a:avLst>
          </a:prstGeom>
          <a:solidFill>
            <a:srgbClr val="FBF6EC"/>
          </a:solidFill>
          <a:ln w="12700">
            <a:solidFill>
              <a:srgbClr val="F6E7C8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27"/>
          <p:cNvSpPr/>
          <p:nvPr/>
        </p:nvSpPr>
        <p:spPr>
          <a:xfrm>
            <a:off x="13898880" y="8293608"/>
            <a:ext cx="914400" cy="914400"/>
          </a:xfrm>
          <a:prstGeom prst="ellipse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127480" y="8522208"/>
            <a:ext cx="457200" cy="457200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14996160" y="790956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alerts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nner_th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20426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417320"/>
            <a:ext cx="1645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731520" y="2606040"/>
            <a:ext cx="2423160" cy="2926080"/>
          </a:xfrm>
          <a:prstGeom prst="roundRect">
            <a:avLst>
              <a:gd name="adj" fmla="val 6792"/>
            </a:avLst>
          </a:prstGeom>
          <a:solidFill>
            <a:srgbClr val="FBF6EC"/>
          </a:solidFill>
          <a:ln w="12700">
            <a:solidFill>
              <a:srgbClr val="F6E7C8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440180" y="2926080"/>
            <a:ext cx="1005840" cy="1005840"/>
          </a:xfrm>
          <a:prstGeom prst="ellipse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317754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4160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 Bhavcopy</a:t>
            </a:r>
            <a:endParaRPr lang="en-US" sz="21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4709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· no key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3209544" y="3840480"/>
            <a:ext cx="347472" cy="457200"/>
          </a:xfrm>
          <a:prstGeom prst="chevron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611880" y="2606040"/>
            <a:ext cx="2423160" cy="2926080"/>
          </a:xfrm>
          <a:prstGeom prst="roundRect">
            <a:avLst>
              <a:gd name="adj" fmla="val 6792"/>
            </a:avLst>
          </a:prstGeom>
          <a:solidFill>
            <a:srgbClr val="FBF6EC"/>
          </a:solidFill>
          <a:ln w="12700">
            <a:solidFill>
              <a:srgbClr val="F6E7C8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20540" y="2926080"/>
            <a:ext cx="1005840" cy="1005840"/>
          </a:xfrm>
          <a:prstGeom prst="ellipse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17754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703320" y="4160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ingest</a:t>
            </a:r>
            <a:endParaRPr lang="en-US" sz="2100" dirty="0"/>
          </a:p>
        </p:txBody>
      </p:sp>
      <p:sp>
        <p:nvSpPr>
          <p:cNvPr id="14" name="Text 9"/>
          <p:cNvSpPr txBox="1"/>
          <p:nvPr/>
        </p:nvSpPr>
        <p:spPr>
          <a:xfrm>
            <a:off x="3703320" y="4709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checked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089904" y="3840480"/>
            <a:ext cx="347472" cy="457200"/>
          </a:xfrm>
          <a:prstGeom prst="chevron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92240" y="2606040"/>
            <a:ext cx="2423160" cy="2926080"/>
          </a:xfrm>
          <a:prstGeom prst="roundRect">
            <a:avLst>
              <a:gd name="adj" fmla="val 6792"/>
            </a:avLst>
          </a:prstGeom>
          <a:solidFill>
            <a:srgbClr val="FBF6EC"/>
          </a:solidFill>
          <a:ln w="12700">
            <a:solidFill>
              <a:srgbClr val="F6E7C8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200900" y="2926080"/>
            <a:ext cx="1005840" cy="1005840"/>
          </a:xfrm>
          <a:prstGeom prst="ellipse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317754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583680" y="4160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store</a:t>
            </a:r>
            <a:endParaRPr lang="en-US" sz="2100" dirty="0"/>
          </a:p>
        </p:txBody>
      </p:sp>
      <p:sp>
        <p:nvSpPr>
          <p:cNvPr id="20" name="Text 14"/>
          <p:cNvSpPr txBox="1"/>
          <p:nvPr/>
        </p:nvSpPr>
        <p:spPr>
          <a:xfrm>
            <a:off x="6583680" y="4709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expiry_date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8970264" y="3840480"/>
            <a:ext cx="347472" cy="457200"/>
          </a:xfrm>
          <a:prstGeom prst="chevron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372600" y="2606040"/>
            <a:ext cx="2423160" cy="2926080"/>
          </a:xfrm>
          <a:prstGeom prst="roundRect">
            <a:avLst>
              <a:gd name="adj" fmla="val 6792"/>
            </a:avLst>
          </a:prstGeom>
          <a:solidFill>
            <a:srgbClr val="FBF6EC"/>
          </a:solidFill>
          <a:ln w="12700">
            <a:solidFill>
              <a:srgbClr val="F6E7C8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081260" y="2926080"/>
            <a:ext cx="1005840" cy="1005840"/>
          </a:xfrm>
          <a:prstGeom prst="ellipse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2720" y="3177540"/>
            <a:ext cx="502920" cy="5029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464040" y="4160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2100" dirty="0"/>
          </a:p>
        </p:txBody>
      </p:sp>
      <p:sp>
        <p:nvSpPr>
          <p:cNvPr id="26" name="Text 19"/>
          <p:cNvSpPr txBox="1"/>
          <p:nvPr/>
        </p:nvSpPr>
        <p:spPr>
          <a:xfrm>
            <a:off x="9464040" y="4709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₹/g @ 999</a:t>
            </a:r>
            <a:endParaRPr lang="en-US" sz="1500" dirty="0"/>
          </a:p>
        </p:txBody>
      </p:sp>
      <p:sp>
        <p:nvSpPr>
          <p:cNvPr id="27" name="Shape 20"/>
          <p:cNvSpPr/>
          <p:nvPr/>
        </p:nvSpPr>
        <p:spPr>
          <a:xfrm>
            <a:off x="11850624" y="3840480"/>
            <a:ext cx="347472" cy="457200"/>
          </a:xfrm>
          <a:prstGeom prst="chevron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12252960" y="2606040"/>
            <a:ext cx="2423160" cy="2926080"/>
          </a:xfrm>
          <a:prstGeom prst="roundRect">
            <a:avLst>
              <a:gd name="adj" fmla="val 6792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12961620" y="2926080"/>
            <a:ext cx="1005840" cy="1005840"/>
          </a:xfrm>
          <a:prstGeom prst="ellipse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13080" y="3177540"/>
            <a:ext cx="502920" cy="5029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2344400" y="4160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engine</a:t>
            </a:r>
            <a:endParaRPr lang="en-US" sz="2100" dirty="0"/>
          </a:p>
        </p:txBody>
      </p:sp>
      <p:sp>
        <p:nvSpPr>
          <p:cNvPr id="32" name="Text 24"/>
          <p:cNvSpPr txBox="1"/>
          <p:nvPr/>
        </p:nvSpPr>
        <p:spPr>
          <a:xfrm>
            <a:off x="12344400" y="4709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6E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· curve · backtest</a:t>
            </a:r>
            <a:endParaRPr lang="en-US" sz="1500" dirty="0"/>
          </a:p>
        </p:txBody>
      </p:sp>
      <p:sp>
        <p:nvSpPr>
          <p:cNvPr id="33" name="Shape 25"/>
          <p:cNvSpPr/>
          <p:nvPr/>
        </p:nvSpPr>
        <p:spPr>
          <a:xfrm>
            <a:off x="14730984" y="3840480"/>
            <a:ext cx="347472" cy="457200"/>
          </a:xfrm>
          <a:prstGeom prst="chevron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15133320" y="2606040"/>
            <a:ext cx="2423160" cy="2926080"/>
          </a:xfrm>
          <a:prstGeom prst="roundRect">
            <a:avLst>
              <a:gd name="adj" fmla="val 6792"/>
            </a:avLst>
          </a:prstGeom>
          <a:solidFill>
            <a:srgbClr val="FBF6EC"/>
          </a:solidFill>
          <a:ln w="12700">
            <a:solidFill>
              <a:srgbClr val="F6E7C8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5841980" y="2926080"/>
            <a:ext cx="1005840" cy="1005840"/>
          </a:xfrm>
          <a:prstGeom prst="ellipse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93440" y="3177540"/>
            <a:ext cx="502920" cy="50292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5224760" y="4160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2100" dirty="0"/>
          </a:p>
        </p:txBody>
      </p:sp>
      <p:sp>
        <p:nvSpPr>
          <p:cNvPr id="38" name="Text 29"/>
          <p:cNvSpPr txBox="1"/>
          <p:nvPr/>
        </p:nvSpPr>
        <p:spPr>
          <a:xfrm>
            <a:off x="15224760" y="4709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· alerts</a:t>
            </a:r>
            <a:endParaRPr lang="en-US" sz="1500" dirty="0"/>
          </a:p>
        </p:txBody>
      </p:sp>
      <p:sp>
        <p:nvSpPr>
          <p:cNvPr id="39" name="Shape 30"/>
          <p:cNvSpPr/>
          <p:nvPr/>
        </p:nvSpPr>
        <p:spPr>
          <a:xfrm>
            <a:off x="731520" y="6035040"/>
            <a:ext cx="5394960" cy="35661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6E9ED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1"/>
          <p:cNvSpPr txBox="1"/>
          <p:nvPr/>
        </p:nvSpPr>
        <p:spPr>
          <a:xfrm>
            <a:off x="1097280" y="6309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5A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 STACK</a:t>
            </a:r>
            <a:endParaRPr lang="en-US" sz="2000" dirty="0"/>
          </a:p>
        </p:txBody>
      </p:sp>
      <p:sp>
        <p:nvSpPr>
          <p:cNvPr id="41" name="Shape 32"/>
          <p:cNvSpPr/>
          <p:nvPr/>
        </p:nvSpPr>
        <p:spPr>
          <a:xfrm>
            <a:off x="1097280" y="7086600"/>
            <a:ext cx="2194560" cy="594360"/>
          </a:xfrm>
          <a:prstGeom prst="roundRect">
            <a:avLst>
              <a:gd name="adj" fmla="val 49231"/>
            </a:avLst>
          </a:prstGeom>
          <a:solidFill>
            <a:srgbClr val="F6E7C8"/>
          </a:solidFill>
          <a:ln w="12700">
            <a:solidFill>
              <a:srgbClr val="F6E7C8"/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1097280" y="7086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A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800" dirty="0"/>
          </a:p>
        </p:txBody>
      </p:sp>
      <p:sp>
        <p:nvSpPr>
          <p:cNvPr id="43" name="Shape 34"/>
          <p:cNvSpPr/>
          <p:nvPr/>
        </p:nvSpPr>
        <p:spPr>
          <a:xfrm>
            <a:off x="3474720" y="7086600"/>
            <a:ext cx="2194560" cy="594360"/>
          </a:xfrm>
          <a:prstGeom prst="roundRect">
            <a:avLst>
              <a:gd name="adj" fmla="val 49231"/>
            </a:avLst>
          </a:prstGeom>
          <a:solidFill>
            <a:srgbClr val="F6E7C8"/>
          </a:solidFill>
          <a:ln w="12700">
            <a:solidFill>
              <a:srgbClr val="F6E7C8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3474720" y="7086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A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800" dirty="0"/>
          </a:p>
        </p:txBody>
      </p:sp>
      <p:sp>
        <p:nvSpPr>
          <p:cNvPr id="45" name="Shape 36"/>
          <p:cNvSpPr/>
          <p:nvPr/>
        </p:nvSpPr>
        <p:spPr>
          <a:xfrm>
            <a:off x="1097280" y="7863840"/>
            <a:ext cx="2194560" cy="594360"/>
          </a:xfrm>
          <a:prstGeom prst="roundRect">
            <a:avLst>
              <a:gd name="adj" fmla="val 49231"/>
            </a:avLst>
          </a:prstGeom>
          <a:solidFill>
            <a:srgbClr val="F6E7C8"/>
          </a:solidFill>
          <a:ln w="12700">
            <a:solidFill>
              <a:srgbClr val="F6E7C8"/>
            </a:solidFill>
            <a:prstDash val="solid"/>
          </a:ln>
        </p:spPr>
      </p:sp>
      <p:sp>
        <p:nvSpPr>
          <p:cNvPr id="46" name="Text 37"/>
          <p:cNvSpPr txBox="1"/>
          <p:nvPr/>
        </p:nvSpPr>
        <p:spPr>
          <a:xfrm>
            <a:off x="1097280" y="7863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A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</a:t>
            </a:r>
            <a:endParaRPr lang="en-US" sz="1800" dirty="0"/>
          </a:p>
        </p:txBody>
      </p:sp>
      <p:sp>
        <p:nvSpPr>
          <p:cNvPr id="47" name="Shape 38"/>
          <p:cNvSpPr/>
          <p:nvPr/>
        </p:nvSpPr>
        <p:spPr>
          <a:xfrm>
            <a:off x="3474720" y="7863840"/>
            <a:ext cx="2194560" cy="594360"/>
          </a:xfrm>
          <a:prstGeom prst="roundRect">
            <a:avLst>
              <a:gd name="adj" fmla="val 49231"/>
            </a:avLst>
          </a:prstGeom>
          <a:solidFill>
            <a:srgbClr val="F6E7C8"/>
          </a:solidFill>
          <a:ln w="12700">
            <a:solidFill>
              <a:srgbClr val="F6E7C8"/>
            </a:solidFill>
            <a:prstDash val="solid"/>
          </a:ln>
        </p:spPr>
      </p:sp>
      <p:sp>
        <p:nvSpPr>
          <p:cNvPr id="48" name="Text 39"/>
          <p:cNvSpPr txBox="1"/>
          <p:nvPr/>
        </p:nvSpPr>
        <p:spPr>
          <a:xfrm>
            <a:off x="3474720" y="7863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A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800" dirty="0"/>
          </a:p>
        </p:txBody>
      </p:sp>
      <p:sp>
        <p:nvSpPr>
          <p:cNvPr id="49" name="Shape 40"/>
          <p:cNvSpPr/>
          <p:nvPr/>
        </p:nvSpPr>
        <p:spPr>
          <a:xfrm>
            <a:off x="1097280" y="8641080"/>
            <a:ext cx="2194560" cy="594360"/>
          </a:xfrm>
          <a:prstGeom prst="roundRect">
            <a:avLst>
              <a:gd name="adj" fmla="val 49231"/>
            </a:avLst>
          </a:prstGeom>
          <a:solidFill>
            <a:srgbClr val="F6E7C8"/>
          </a:solidFill>
          <a:ln w="12700">
            <a:solidFill>
              <a:srgbClr val="F6E7C8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1097280" y="8641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A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800" dirty="0"/>
          </a:p>
        </p:txBody>
      </p:sp>
      <p:sp>
        <p:nvSpPr>
          <p:cNvPr id="51" name="Shape 42"/>
          <p:cNvSpPr/>
          <p:nvPr/>
        </p:nvSpPr>
        <p:spPr>
          <a:xfrm>
            <a:off x="6446520" y="6035040"/>
            <a:ext cx="5394960" cy="35661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6E9ED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Text 43"/>
          <p:cNvSpPr txBox="1"/>
          <p:nvPr/>
        </p:nvSpPr>
        <p:spPr>
          <a:xfrm>
            <a:off x="6812280" y="6309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5A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GUARD-RAILS</a:t>
            </a:r>
            <a:endParaRPr lang="en-US" sz="2000" dirty="0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12280" y="7068312"/>
            <a:ext cx="384048" cy="384048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7406640" y="699516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date verified</a:t>
            </a:r>
            <a:endParaRPr lang="en-US" sz="1900" dirty="0"/>
          </a:p>
        </p:txBody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12280" y="7671816"/>
            <a:ext cx="384048" cy="384048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7406640" y="759866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Keyed by expiry_date</a:t>
            </a:r>
            <a:endParaRPr lang="en-US" sz="1900" dirty="0"/>
          </a:p>
        </p:txBody>
      </p:sp>
      <p:pic>
        <p:nvPicPr>
          <p:cNvPr id="57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12280" y="8275320"/>
            <a:ext cx="384048" cy="384048"/>
          </a:xfrm>
          <a:prstGeom prst="rect">
            <a:avLst/>
          </a:prstGeom>
        </p:spPr>
      </p:pic>
      <p:sp>
        <p:nvSpPr>
          <p:cNvPr id="58" name="Text 46"/>
          <p:cNvSpPr txBox="1"/>
          <p:nvPr/>
        </p:nvSpPr>
        <p:spPr>
          <a:xfrm>
            <a:off x="7406640" y="8202168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look-ahead</a:t>
            </a:r>
            <a:endParaRPr lang="en-US" sz="1900" dirty="0"/>
          </a:p>
        </p:txBody>
      </p:sp>
      <p:pic>
        <p:nvPicPr>
          <p:cNvPr id="59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12280" y="8878824"/>
            <a:ext cx="384048" cy="384048"/>
          </a:xfrm>
          <a:prstGeom prst="rect">
            <a:avLst/>
          </a:prstGeom>
        </p:spPr>
      </p:pic>
      <p:sp>
        <p:nvSpPr>
          <p:cNvPr id="60" name="Text 47"/>
          <p:cNvSpPr txBox="1"/>
          <p:nvPr/>
        </p:nvSpPr>
        <p:spPr>
          <a:xfrm>
            <a:off x="7406640" y="8805672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on held contracts</a:t>
            </a:r>
            <a:endParaRPr lang="en-US" sz="1900" dirty="0"/>
          </a:p>
        </p:txBody>
      </p:sp>
      <p:sp>
        <p:nvSpPr>
          <p:cNvPr id="61" name="Shape 48"/>
          <p:cNvSpPr/>
          <p:nvPr/>
        </p:nvSpPr>
        <p:spPr>
          <a:xfrm>
            <a:off x="12161520" y="6035040"/>
            <a:ext cx="5394960" cy="35661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6E9ED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2" name="Text 49"/>
          <p:cNvSpPr txBox="1"/>
          <p:nvPr/>
        </p:nvSpPr>
        <p:spPr>
          <a:xfrm>
            <a:off x="12527280" y="6309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5A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&amp; APIs</a:t>
            </a:r>
            <a:endParaRPr lang="en-US" sz="2000" dirty="0"/>
          </a:p>
        </p:txBody>
      </p:sp>
      <p:sp>
        <p:nvSpPr>
          <p:cNvPr id="63" name="Shape 50"/>
          <p:cNvSpPr/>
          <p:nvPr/>
        </p:nvSpPr>
        <p:spPr>
          <a:xfrm>
            <a:off x="12527280" y="7132320"/>
            <a:ext cx="914400" cy="914400"/>
          </a:xfrm>
          <a:prstGeom prst="ellipse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pic>
        <p:nvPicPr>
          <p:cNvPr id="64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55880" y="7360920"/>
            <a:ext cx="457200" cy="457200"/>
          </a:xfrm>
          <a:prstGeom prst="rect">
            <a:avLst/>
          </a:prstGeom>
        </p:spPr>
      </p:pic>
      <p:sp>
        <p:nvSpPr>
          <p:cNvPr id="65" name="Text 51"/>
          <p:cNvSpPr txBox="1"/>
          <p:nvPr/>
        </p:nvSpPr>
        <p:spPr>
          <a:xfrm>
            <a:off x="13624560" y="7132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 Daily Bhavcopy</a:t>
            </a:r>
            <a:endParaRPr lang="en-US" sz="2000" dirty="0"/>
          </a:p>
        </p:txBody>
      </p:sp>
      <p:sp>
        <p:nvSpPr>
          <p:cNvPr id="66" name="Text 52"/>
          <p:cNvSpPr txBox="1"/>
          <p:nvPr/>
        </p:nvSpPr>
        <p:spPr>
          <a:xfrm>
            <a:off x="13624560" y="7589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· no API key</a:t>
            </a:r>
            <a:endParaRPr lang="en-US" sz="1600" dirty="0"/>
          </a:p>
        </p:txBody>
      </p:sp>
      <p:sp>
        <p:nvSpPr>
          <p:cNvPr id="67" name="Shape 53"/>
          <p:cNvSpPr/>
          <p:nvPr/>
        </p:nvSpPr>
        <p:spPr>
          <a:xfrm>
            <a:off x="12527280" y="8321040"/>
            <a:ext cx="914400" cy="914400"/>
          </a:xfrm>
          <a:prstGeom prst="ellipse">
            <a:avLst/>
          </a:prstGeom>
          <a:solidFill>
            <a:srgbClr val="5B6573"/>
          </a:solidFill>
          <a:ln w="12700">
            <a:solidFill>
              <a:srgbClr val="5B6573"/>
            </a:solidFill>
            <a:prstDash val="solid"/>
          </a:ln>
        </p:spPr>
      </p:sp>
      <p:pic>
        <p:nvPicPr>
          <p:cNvPr id="68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55880" y="8549640"/>
            <a:ext cx="457200" cy="457200"/>
          </a:xfrm>
          <a:prstGeom prst="rect">
            <a:avLst/>
          </a:prstGeom>
        </p:spPr>
      </p:pic>
      <p:sp>
        <p:nvSpPr>
          <p:cNvPr id="69" name="Text 54"/>
          <p:cNvSpPr txBox="1"/>
          <p:nvPr/>
        </p:nvSpPr>
        <p:spPr>
          <a:xfrm>
            <a:off x="13624560" y="8321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 contract specs</a:t>
            </a:r>
            <a:endParaRPr lang="en-US" sz="2000" dirty="0"/>
          </a:p>
        </p:txBody>
      </p:sp>
      <p:sp>
        <p:nvSpPr>
          <p:cNvPr id="70" name="Text 55"/>
          <p:cNvSpPr txBox="1"/>
          <p:nvPr/>
        </p:nvSpPr>
        <p:spPr>
          <a:xfrm>
            <a:off x="13624560" y="8778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· purity · expiry window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nner_th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20426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417320"/>
            <a:ext cx="1645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RESULTS: NO EDGE AFTER COSTS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822960" y="2468880"/>
            <a:ext cx="8778240" cy="57607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6E9ED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1188720" y="26517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GOLDGUINEA / GOLDPETAL  ·  5-day reversion vs round-trip cost (bps)</a:t>
            </a:r>
            <a:endParaRPr lang="en-US" sz="1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1097280" y="3154680"/>
          <a:ext cx="822960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9966960" y="2468880"/>
            <a:ext cx="7498080" cy="1828800"/>
          </a:xfrm>
          <a:prstGeom prst="roundRect">
            <a:avLst>
              <a:gd name="adj" fmla="val 10000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10241280" y="24688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98A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0.2×</a:t>
            </a:r>
            <a:endParaRPr lang="en-US" sz="4000" dirty="0"/>
          </a:p>
        </p:txBody>
      </p:sp>
      <p:sp>
        <p:nvSpPr>
          <p:cNvPr id="9" name="Text 5"/>
          <p:cNvSpPr txBox="1"/>
          <p:nvPr/>
        </p:nvSpPr>
        <p:spPr>
          <a:xfrm>
            <a:off x="13350240" y="246888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GOLDGUINEA / GOLDPETAL break-even cost. Costs erase the edge.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9966960" y="4434840"/>
            <a:ext cx="7498080" cy="1828800"/>
          </a:xfrm>
          <a:prstGeom prst="roundRect">
            <a:avLst>
              <a:gd name="adj" fmla="val 10000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10241280" y="44348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2.2–2.5×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13350240" y="443484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GOLDTEN pairs break-even, on ~20 trades and 9 months.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9966960" y="6400800"/>
            <a:ext cx="7498080" cy="1828800"/>
          </a:xfrm>
          <a:prstGeom prst="roundRect">
            <a:avLst>
              <a:gd name="adj" fmla="val 10000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10241280" y="64008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98A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−₹3.1M</a:t>
            </a:r>
            <a:endParaRPr lang="en-US" sz="4000" dirty="0"/>
          </a:p>
        </p:txBody>
      </p:sp>
      <p:sp>
        <p:nvSpPr>
          <p:cNvPr id="15" name="Text 11"/>
          <p:cNvSpPr txBox="1"/>
          <p:nvPr/>
        </p:nvSpPr>
        <p:spPr>
          <a:xfrm>
            <a:off x="13350240" y="64008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net after costs (gross −₹2.3M, 1,000 g per leg).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822960" y="8595360"/>
            <a:ext cx="16642080" cy="1097280"/>
          </a:xfrm>
          <a:prstGeom prst="roundRect">
            <a:avLst>
              <a:gd name="adj" fmla="val 16667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89611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920240" y="8595360"/>
            <a:ext cx="1536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deviations don't pay. Only the Jan 2026 crash cleared costs: one episode, not an edge.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nner_th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20426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417320"/>
            <a:ext cx="1645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RESEARCH / ANALYSIS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822960" y="2468880"/>
            <a:ext cx="5394960" cy="2651760"/>
          </a:xfrm>
          <a:prstGeom prst="roundRect">
            <a:avLst>
              <a:gd name="adj" fmla="val 6897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1097280" y="27432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98A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₹64,407 Cr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40690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 futures avg. daily turnover, FY26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492240" y="2468880"/>
            <a:ext cx="5394960" cy="2651760"/>
          </a:xfrm>
          <a:prstGeom prst="roundRect">
            <a:avLst>
              <a:gd name="adj" fmla="val 6897"/>
            </a:avLst>
          </a:prstGeom>
          <a:solidFill>
            <a:srgbClr val="C98A1B"/>
          </a:solidFill>
          <a:ln w="12700">
            <a:solidFill>
              <a:srgbClr val="1D1D1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766560" y="27432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2.4×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40690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vs FY25 (₹27,153 Cr)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2161520" y="2468880"/>
            <a:ext cx="5394960" cy="2651760"/>
          </a:xfrm>
          <a:prstGeom prst="roundRect">
            <a:avLst>
              <a:gd name="adj" fmla="val 6897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12435840" y="27432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98A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77%</a:t>
            </a:r>
            <a:endParaRPr lang="en-US" sz="4800" dirty="0"/>
          </a:p>
        </p:txBody>
      </p:sp>
      <p:sp>
        <p:nvSpPr>
          <p:cNvPr id="12" name="Text 9"/>
          <p:cNvSpPr txBox="1"/>
          <p:nvPr/>
        </p:nvSpPr>
        <p:spPr>
          <a:xfrm>
            <a:off x="12527280" y="40690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futures turnover is gold + silver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486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5A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USERS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22960" y="6035040"/>
            <a:ext cx="4160520" cy="1645920"/>
          </a:xfrm>
          <a:prstGeom prst="roundRect">
            <a:avLst>
              <a:gd name="adj" fmla="val 10000"/>
            </a:avLst>
          </a:prstGeom>
          <a:solidFill>
            <a:srgbClr val="FBF6EC"/>
          </a:solidFill>
          <a:ln w="12700">
            <a:solidFill>
              <a:srgbClr val="F6E7C8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097280" y="6400800"/>
            <a:ext cx="914400" cy="914400"/>
          </a:xfrm>
          <a:prstGeom prst="ellipse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662940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240280" y="603504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traders</a:t>
            </a:r>
            <a:endParaRPr lang="en-US" sz="2100" dirty="0"/>
          </a:p>
        </p:txBody>
      </p:sp>
      <p:sp>
        <p:nvSpPr>
          <p:cNvPr id="18" name="Shape 14"/>
          <p:cNvSpPr/>
          <p:nvPr/>
        </p:nvSpPr>
        <p:spPr>
          <a:xfrm>
            <a:off x="5166360" y="6035040"/>
            <a:ext cx="4160520" cy="1645920"/>
          </a:xfrm>
          <a:prstGeom prst="roundRect">
            <a:avLst>
              <a:gd name="adj" fmla="val 10000"/>
            </a:avLst>
          </a:prstGeom>
          <a:solidFill>
            <a:srgbClr val="FBF6EC"/>
          </a:solidFill>
          <a:ln w="12700">
            <a:solidFill>
              <a:srgbClr val="F6E7C8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40680" y="6400800"/>
            <a:ext cx="914400" cy="914400"/>
          </a:xfrm>
          <a:prstGeom prst="ellipse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662940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583680" y="603504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Bullion dealers</a:t>
            </a:r>
            <a:endParaRPr lang="en-US" sz="2100" dirty="0"/>
          </a:p>
        </p:txBody>
      </p:sp>
      <p:sp>
        <p:nvSpPr>
          <p:cNvPr id="22" name="Shape 17"/>
          <p:cNvSpPr/>
          <p:nvPr/>
        </p:nvSpPr>
        <p:spPr>
          <a:xfrm>
            <a:off x="822960" y="7863840"/>
            <a:ext cx="4160520" cy="1645920"/>
          </a:xfrm>
          <a:prstGeom prst="roundRect">
            <a:avLst>
              <a:gd name="adj" fmla="val 10000"/>
            </a:avLst>
          </a:prstGeom>
          <a:solidFill>
            <a:srgbClr val="FBF6EC"/>
          </a:solidFill>
          <a:ln w="12700">
            <a:solidFill>
              <a:srgbClr val="F6E7C8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97280" y="8229600"/>
            <a:ext cx="914400" cy="914400"/>
          </a:xfrm>
          <a:prstGeom prst="ellipse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5880" y="845820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2240280" y="786384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 desks</a:t>
            </a:r>
            <a:endParaRPr lang="en-US" sz="2100" dirty="0"/>
          </a:p>
        </p:txBody>
      </p:sp>
      <p:sp>
        <p:nvSpPr>
          <p:cNvPr id="26" name="Shape 20"/>
          <p:cNvSpPr/>
          <p:nvPr/>
        </p:nvSpPr>
        <p:spPr>
          <a:xfrm>
            <a:off x="5166360" y="7863840"/>
            <a:ext cx="4160520" cy="1645920"/>
          </a:xfrm>
          <a:prstGeom prst="roundRect">
            <a:avLst>
              <a:gd name="adj" fmla="val 10000"/>
            </a:avLst>
          </a:prstGeom>
          <a:solidFill>
            <a:srgbClr val="FBF6EC"/>
          </a:solidFill>
          <a:ln w="12700">
            <a:solidFill>
              <a:srgbClr val="F6E7C8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440680" y="8229600"/>
            <a:ext cx="914400" cy="914400"/>
          </a:xfrm>
          <a:prstGeom prst="ellipse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0" y="8458200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583680" y="786384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 &amp; fintechs</a:t>
            </a:r>
            <a:endParaRPr lang="en-US" sz="2100" dirty="0"/>
          </a:p>
        </p:txBody>
      </p:sp>
      <p:sp>
        <p:nvSpPr>
          <p:cNvPr id="30" name="Text 23"/>
          <p:cNvSpPr txBox="1"/>
          <p:nvPr/>
        </p:nvSpPr>
        <p:spPr>
          <a:xfrm>
            <a:off x="10058400" y="5486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5A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MODEL</a:t>
            </a:r>
            <a:endParaRPr lang="en-US" sz="2000" dirty="0"/>
          </a:p>
        </p:txBody>
      </p:sp>
      <p:sp>
        <p:nvSpPr>
          <p:cNvPr id="31" name="Shape 24"/>
          <p:cNvSpPr/>
          <p:nvPr/>
        </p:nvSpPr>
        <p:spPr>
          <a:xfrm>
            <a:off x="10058400" y="7955280"/>
            <a:ext cx="2331720" cy="1554480"/>
          </a:xfrm>
          <a:prstGeom prst="roundRect">
            <a:avLst>
              <a:gd name="adj" fmla="val 8824"/>
            </a:avLst>
          </a:prstGeom>
          <a:solidFill>
            <a:srgbClr val="E6E9ED"/>
          </a:solidFill>
          <a:ln w="12700">
            <a:solidFill>
              <a:srgbClr val="E6E9ED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10195560" y="80924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2000" dirty="0"/>
          </a:p>
        </p:txBody>
      </p:sp>
      <p:sp>
        <p:nvSpPr>
          <p:cNvPr id="33" name="Text 26"/>
          <p:cNvSpPr txBox="1"/>
          <p:nvPr/>
        </p:nvSpPr>
        <p:spPr>
          <a:xfrm>
            <a:off x="10195560" y="8686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data</a:t>
            </a:r>
            <a:endParaRPr lang="en-US" sz="1500" dirty="0"/>
          </a:p>
        </p:txBody>
      </p:sp>
      <p:sp>
        <p:nvSpPr>
          <p:cNvPr id="34" name="Shape 27"/>
          <p:cNvSpPr/>
          <p:nvPr/>
        </p:nvSpPr>
        <p:spPr>
          <a:xfrm>
            <a:off x="12591288" y="6949440"/>
            <a:ext cx="2331720" cy="2560320"/>
          </a:xfrm>
          <a:prstGeom prst="roundRect">
            <a:avLst>
              <a:gd name="adj" fmla="val 5882"/>
            </a:avLst>
          </a:prstGeom>
          <a:solidFill>
            <a:srgbClr val="F6E7C8"/>
          </a:solidFill>
          <a:ln w="12700">
            <a:solidFill>
              <a:srgbClr val="F6E7C8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28"/>
          <p:cNvSpPr txBox="1"/>
          <p:nvPr/>
        </p:nvSpPr>
        <p:spPr>
          <a:xfrm>
            <a:off x="12728448" y="70866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2000" dirty="0"/>
          </a:p>
        </p:txBody>
      </p:sp>
      <p:sp>
        <p:nvSpPr>
          <p:cNvPr id="36" name="Text 29"/>
          <p:cNvSpPr txBox="1"/>
          <p:nvPr/>
        </p:nvSpPr>
        <p:spPr>
          <a:xfrm>
            <a:off x="12728448" y="7680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A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+ history</a:t>
            </a:r>
            <a:endParaRPr lang="en-US" sz="1500" dirty="0"/>
          </a:p>
        </p:txBody>
      </p:sp>
      <p:sp>
        <p:nvSpPr>
          <p:cNvPr id="37" name="Shape 30"/>
          <p:cNvSpPr/>
          <p:nvPr/>
        </p:nvSpPr>
        <p:spPr>
          <a:xfrm>
            <a:off x="15124176" y="5943600"/>
            <a:ext cx="2331720" cy="3566160"/>
          </a:xfrm>
          <a:prstGeom prst="roundRect">
            <a:avLst>
              <a:gd name="adj" fmla="val 5882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1"/>
          <p:cNvSpPr txBox="1"/>
          <p:nvPr/>
        </p:nvSpPr>
        <p:spPr>
          <a:xfrm>
            <a:off x="15261336" y="60807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Enterprise</a:t>
            </a:r>
            <a:endParaRPr lang="en-US" sz="2000" dirty="0"/>
          </a:p>
        </p:txBody>
      </p:sp>
      <p:sp>
        <p:nvSpPr>
          <p:cNvPr id="39" name="Text 32"/>
          <p:cNvSpPr txBox="1"/>
          <p:nvPr/>
        </p:nvSpPr>
        <p:spPr>
          <a:xfrm>
            <a:off x="15261336" y="6675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desks &amp; brokers</a:t>
            </a:r>
            <a:endParaRPr lang="en-US" sz="1500" dirty="0"/>
          </a:p>
        </p:txBody>
      </p:sp>
      <p:sp>
        <p:nvSpPr>
          <p:cNvPr id="40" name="Text 33"/>
          <p:cNvSpPr txBox="1"/>
          <p:nvPr/>
        </p:nvSpPr>
        <p:spPr>
          <a:xfrm>
            <a:off x="822960" y="9692640"/>
            <a:ext cx="1645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MCX FY26 disclosures via ICICI Direct MCX Q3 FY26 note. 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nner_th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20426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417320"/>
            <a:ext cx="1645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SCOPE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731520" y="7498080"/>
            <a:ext cx="3931920" cy="2103120"/>
          </a:xfrm>
          <a:prstGeom prst="roundRect">
            <a:avLst>
              <a:gd name="adj" fmla="val 8696"/>
            </a:avLst>
          </a:prstGeom>
          <a:solidFill>
            <a:srgbClr val="5B6573"/>
          </a:solidFill>
          <a:ln w="12700">
            <a:solidFill>
              <a:srgbClr val="5B6573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2148840" y="6949440"/>
            <a:ext cx="1097280" cy="1097280"/>
          </a:xfrm>
          <a:prstGeom prst="ellipse">
            <a:avLst/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7223760"/>
            <a:ext cx="548640" cy="548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8183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9098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6E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alerts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029200" y="6309360"/>
            <a:ext cx="3931920" cy="3291840"/>
          </a:xfrm>
          <a:prstGeom prst="roundRect">
            <a:avLst>
              <a:gd name="adj" fmla="val 5556"/>
            </a:avLst>
          </a:prstGeom>
          <a:solidFill>
            <a:srgbClr val="8A6A2A"/>
          </a:solidFill>
          <a:ln w="12700">
            <a:solidFill>
              <a:srgbClr val="8A6A2A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446520" y="5760720"/>
            <a:ext cx="1097280" cy="1097280"/>
          </a:xfrm>
          <a:prstGeom prst="ellipse">
            <a:avLst/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6035040"/>
            <a:ext cx="548640" cy="5486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57800" y="69951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improvement</a:t>
            </a:r>
            <a:endParaRPr lang="en-US" sz="2400" dirty="0"/>
          </a:p>
        </p:txBody>
      </p:sp>
      <p:sp>
        <p:nvSpPr>
          <p:cNvPr id="13" name="Text 8"/>
          <p:cNvSpPr txBox="1"/>
          <p:nvPr/>
        </p:nvSpPr>
        <p:spPr>
          <a:xfrm>
            <a:off x="5257800" y="7909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6E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regime-aware signals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9326880" y="5120640"/>
            <a:ext cx="3931920" cy="4480560"/>
          </a:xfrm>
          <a:prstGeom prst="roundRect">
            <a:avLst>
              <a:gd name="adj" fmla="val 4651"/>
            </a:avLst>
          </a:prstGeom>
          <a:solidFill>
            <a:srgbClr val="B07A1F"/>
          </a:solidFill>
          <a:ln w="12700">
            <a:solidFill>
              <a:srgbClr val="B07A1F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10744200" y="4572000"/>
            <a:ext cx="1097280" cy="1097280"/>
          </a:xfrm>
          <a:prstGeom prst="ellipse">
            <a:avLst/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8520" y="484632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555480" y="58064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integrations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9555480" y="6720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6E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&amp; desk APIs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13624560" y="3931920"/>
            <a:ext cx="3931920" cy="5669280"/>
          </a:xfrm>
          <a:prstGeom prst="roundRect">
            <a:avLst>
              <a:gd name="adj" fmla="val 4651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15041880" y="3383280"/>
            <a:ext cx="1097280" cy="1097280"/>
          </a:xfrm>
          <a:prstGeom prst="ellipse">
            <a:avLst/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16200" y="3657600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853160" y="4617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global users</a:t>
            </a:r>
            <a:endParaRPr lang="en-US" sz="2400" dirty="0"/>
          </a:p>
        </p:txBody>
      </p:sp>
      <p:sp>
        <p:nvSpPr>
          <p:cNvPr id="23" name="Text 16"/>
          <p:cNvSpPr txBox="1"/>
          <p:nvPr/>
        </p:nvSpPr>
        <p:spPr>
          <a:xfrm>
            <a:off x="13853160" y="5532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6E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intl. bullion futures</a:t>
            </a:r>
            <a:endParaRPr lang="en-US" sz="17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50640" y="31546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nner_th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20426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417320"/>
            <a:ext cx="1645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D1D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EXTRA: BUILT FOR RIGOR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228600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TRAP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103327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8A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FIX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788920"/>
            <a:ext cx="16642080" cy="12344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6E9ED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43000" y="2944368"/>
            <a:ext cx="914400" cy="914400"/>
          </a:xfrm>
          <a:prstGeom prst="ellipse">
            <a:avLst/>
          </a:prstGeom>
          <a:solidFill>
            <a:srgbClr val="B5482F"/>
          </a:solidFill>
          <a:ln w="12700">
            <a:solidFill>
              <a:srgbClr val="B5482F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172968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286000" y="2788920"/>
            <a:ext cx="6766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returns latest day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9052560" y="3154680"/>
            <a:ext cx="502920" cy="502920"/>
          </a:xfrm>
          <a:prstGeom prst="chevron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332720" y="2788920"/>
            <a:ext cx="6949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returned date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822960" y="4251960"/>
            <a:ext cx="16642080" cy="12344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6E9ED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143000" y="4407408"/>
            <a:ext cx="914400" cy="914400"/>
          </a:xfrm>
          <a:prstGeom prst="ellipse">
            <a:avLst/>
          </a:prstGeom>
          <a:solidFill>
            <a:srgbClr val="B5482F"/>
          </a:solidFill>
          <a:ln w="12700">
            <a:solidFill>
              <a:srgbClr val="B5482F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63600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286000" y="4251960"/>
            <a:ext cx="6766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Near-month series jumps</a:t>
            </a:r>
            <a:endParaRPr lang="en-US" sz="2400" dirty="0"/>
          </a:p>
        </p:txBody>
      </p:sp>
      <p:sp>
        <p:nvSpPr>
          <p:cNvPr id="16" name="Shape 11"/>
          <p:cNvSpPr/>
          <p:nvPr/>
        </p:nvSpPr>
        <p:spPr>
          <a:xfrm>
            <a:off x="9052560" y="4617720"/>
            <a:ext cx="502920" cy="502920"/>
          </a:xfrm>
          <a:prstGeom prst="chevron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10332720" y="4251960"/>
            <a:ext cx="6949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by expiry_date</a:t>
            </a:r>
            <a:endParaRPr lang="en-US" sz="2400" dirty="0"/>
          </a:p>
        </p:txBody>
      </p:sp>
      <p:sp>
        <p:nvSpPr>
          <p:cNvPr id="18" name="Shape 13"/>
          <p:cNvSpPr/>
          <p:nvPr/>
        </p:nvSpPr>
        <p:spPr>
          <a:xfrm>
            <a:off x="822960" y="5715000"/>
            <a:ext cx="16642080" cy="12344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6E9ED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143000" y="5870448"/>
            <a:ext cx="914400" cy="914400"/>
          </a:xfrm>
          <a:prstGeom prst="ellipse">
            <a:avLst/>
          </a:prstGeom>
          <a:solidFill>
            <a:srgbClr val="B5482F"/>
          </a:solidFill>
          <a:ln w="12700">
            <a:solidFill>
              <a:srgbClr val="B5482F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6099048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286000" y="5715000"/>
            <a:ext cx="6766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≠ fill price</a:t>
            </a:r>
            <a:endParaRPr lang="en-US" sz="2400" dirty="0"/>
          </a:p>
        </p:txBody>
      </p:sp>
      <p:sp>
        <p:nvSpPr>
          <p:cNvPr id="22" name="Shape 16"/>
          <p:cNvSpPr/>
          <p:nvPr/>
        </p:nvSpPr>
        <p:spPr>
          <a:xfrm>
            <a:off x="9052560" y="6080760"/>
            <a:ext cx="502920" cy="502920"/>
          </a:xfrm>
          <a:prstGeom prst="chevron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10332720" y="5715000"/>
            <a:ext cx="6949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model, held contracts</a:t>
            </a:r>
            <a:endParaRPr lang="en-US" sz="2400" dirty="0"/>
          </a:p>
        </p:txBody>
      </p:sp>
      <p:sp>
        <p:nvSpPr>
          <p:cNvPr id="24" name="Shape 18"/>
          <p:cNvSpPr/>
          <p:nvPr/>
        </p:nvSpPr>
        <p:spPr>
          <a:xfrm>
            <a:off x="822960" y="7178040"/>
            <a:ext cx="16642080" cy="12344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6E9ED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143000" y="7333488"/>
            <a:ext cx="914400" cy="914400"/>
          </a:xfrm>
          <a:prstGeom prst="ellipse">
            <a:avLst/>
          </a:prstGeom>
          <a:solidFill>
            <a:srgbClr val="B5482F"/>
          </a:solidFill>
          <a:ln w="12700">
            <a:solidFill>
              <a:srgbClr val="B5482F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7562088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2286000" y="7178040"/>
            <a:ext cx="6766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≠ depth</a:t>
            </a:r>
            <a:endParaRPr lang="en-US" sz="2400" dirty="0"/>
          </a:p>
        </p:txBody>
      </p:sp>
      <p:sp>
        <p:nvSpPr>
          <p:cNvPr id="28" name="Shape 21"/>
          <p:cNvSpPr/>
          <p:nvPr/>
        </p:nvSpPr>
        <p:spPr>
          <a:xfrm>
            <a:off x="9052560" y="7543800"/>
            <a:ext cx="502920" cy="502920"/>
          </a:xfrm>
          <a:prstGeom prst="chevron">
            <a:avLst/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10332720" y="7178040"/>
            <a:ext cx="6949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Liquidity-capped sizing</a:t>
            </a:r>
            <a:endParaRPr lang="en-US" sz="2400" dirty="0"/>
          </a:p>
        </p:txBody>
      </p:sp>
      <p:sp>
        <p:nvSpPr>
          <p:cNvPr id="30" name="Shape 23"/>
          <p:cNvSpPr/>
          <p:nvPr/>
        </p:nvSpPr>
        <p:spPr>
          <a:xfrm>
            <a:off x="822960" y="8732520"/>
            <a:ext cx="16642080" cy="1005840"/>
          </a:xfrm>
          <a:prstGeom prst="roundRect">
            <a:avLst>
              <a:gd name="adj" fmla="val 18182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0160" y="905256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920240" y="8732520"/>
            <a:ext cx="1508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persistent edge after costs? That is a valid result.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hankyou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9555480"/>
            <a:ext cx="1828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ASSAY  ·  Is the gold spread real, or just noise?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692</Words>
  <Application>Microsoft Office PowerPoint</Application>
  <PresentationFormat>Custom</PresentationFormat>
  <Paragraphs>134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Assay - Hack in Hills '26</dc:title>
  <dc:subject>PptxGenJS Presentation</dc:subject>
  <dc:creator>PptxGenJS</dc:creator>
  <cp:lastModifiedBy>Ayush Trivedi</cp:lastModifiedBy>
  <cp:revision>3</cp:revision>
  <dcterms:created xsi:type="dcterms:W3CDTF">2026-09-25T07:06:34Z</dcterms:created>
  <dcterms:modified xsi:type="dcterms:W3CDTF">2026-09-25T07:17:59Z</dcterms:modified>
</cp:coreProperties>
</file>